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5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0"/>
  </p:notesMasterIdLst>
  <p:sldIdLst>
    <p:sldId id="418" r:id="rId65"/>
  </p:sldIdLst>
  <p:sldSz cx="19010313" cy="10693400"/>
  <p:notesSz cx="14303375" cy="9928225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8" userDrawn="1">
          <p15:clr>
            <a:srgbClr val="A4A3A4"/>
          </p15:clr>
        </p15:guide>
        <p15:guide id="2" pos="219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A504"/>
    <a:srgbClr val="062D3F"/>
    <a:srgbClr val="FFCC00"/>
    <a:srgbClr val="F6DEDA"/>
    <a:srgbClr val="C6D7CD"/>
    <a:srgbClr val="F9CC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559" autoAdjust="0"/>
    <p:restoredTop sz="94660"/>
  </p:normalViewPr>
  <p:slideViewPr>
    <p:cSldViewPr>
      <p:cViewPr varScale="1">
        <p:scale>
          <a:sx n="52" d="100"/>
          <a:sy n="52" d="100"/>
        </p:scale>
        <p:origin x="1013" y="58"/>
      </p:cViewPr>
      <p:guideLst>
        <p:guide orient="horz" pos="2888"/>
        <p:guide pos="2196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60" Type="http://schemas.openxmlformats.org/officeDocument/2006/relationships/notesMaster" Target="notesMasters/notesMaster1.xml"/><Relationship Id="rId61" Type="http://schemas.openxmlformats.org/officeDocument/2006/relationships/presProps" Target="presProps.xml"/><Relationship Id="rId62" Type="http://schemas.openxmlformats.org/officeDocument/2006/relationships/viewProps" Target="viewProps.xml"/><Relationship Id="rId63" Type="http://schemas.openxmlformats.org/officeDocument/2006/relationships/theme" Target="theme/theme1.xml"/><Relationship Id="rId64" Type="http://schemas.openxmlformats.org/officeDocument/2006/relationships/tableStyles" Target="tableStyles.xml"/><Relationship Id="rId65" Type="http://schemas.openxmlformats.org/officeDocument/2006/relationships/slide" Target="slides/slide5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6198607" cy="498180"/>
          </a:xfrm>
          <a:prstGeom prst="rect">
            <a:avLst/>
          </a:prstGeom>
        </p:spPr>
        <p:txBody>
          <a:bodyPr vert="horz" lIns="74588" tIns="37294" rIns="74588" bIns="37294" rtlCol="0"/>
          <a:lstStyle>
            <a:lvl1pPr algn="l">
              <a:defRPr sz="10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8102379" y="0"/>
            <a:ext cx="6197413" cy="498180"/>
          </a:xfrm>
          <a:prstGeom prst="rect">
            <a:avLst/>
          </a:prstGeom>
        </p:spPr>
        <p:txBody>
          <a:bodyPr vert="horz" lIns="74588" tIns="37294" rIns="74588" bIns="37294" rtlCol="0"/>
          <a:lstStyle>
            <a:lvl1pPr algn="r">
              <a:defRPr sz="1000"/>
            </a:lvl1pPr>
          </a:lstStyle>
          <a:p>
            <a:fld id="{FF5CD594-AF33-4F8B-9903-DBEEF0A2BB36}" type="datetimeFigureOut">
              <a:rPr lang="ru-RU" smtClean="0"/>
              <a:t>12.10.2026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417512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74588" tIns="37294" rIns="74588" bIns="37294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1430815" y="4778401"/>
            <a:ext cx="11441745" cy="3908796"/>
          </a:xfrm>
          <a:prstGeom prst="rect">
            <a:avLst/>
          </a:prstGeom>
        </p:spPr>
        <p:txBody>
          <a:bodyPr vert="horz" lIns="74588" tIns="37294" rIns="74588" bIns="37294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9430045"/>
            <a:ext cx="6198607" cy="498180"/>
          </a:xfrm>
          <a:prstGeom prst="rect">
            <a:avLst/>
          </a:prstGeom>
        </p:spPr>
        <p:txBody>
          <a:bodyPr vert="horz" lIns="74588" tIns="37294" rIns="74588" bIns="37294" rtlCol="0" anchor="b"/>
          <a:lstStyle>
            <a:lvl1pPr algn="l">
              <a:defRPr sz="10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8102379" y="9430045"/>
            <a:ext cx="6197413" cy="498180"/>
          </a:xfrm>
          <a:prstGeom prst="rect">
            <a:avLst/>
          </a:prstGeom>
        </p:spPr>
        <p:txBody>
          <a:bodyPr vert="horz" lIns="74588" tIns="37294" rIns="74588" bIns="37294" rtlCol="0" anchor="b"/>
          <a:lstStyle>
            <a:lvl1pPr algn="r">
              <a:defRPr sz="1000"/>
            </a:lvl1pPr>
          </a:lstStyle>
          <a:p>
            <a:fld id="{E0173A6D-C577-4C66-8BFA-040957011DA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7063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Единый перечень составлен по содержимому слайдов 22 и 23 презентации (демографический прогноз Великого Новгорода с суммарным коэффициентом рождаемости и половозрастная структура), без привязки к конкретным слайдам. Источники данных в презентации для этих примеров указаны на самих слайдах (Новгородстат, Башкортостанстат), поэтому отдельной колонки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 презентац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object 2"/>
          <p:cNvSpPr/>
          <p:nvPr userDrawn="1"/>
        </p:nvSpPr>
        <p:spPr>
          <a:xfrm>
            <a:off x="6350" y="6350"/>
            <a:ext cx="18993805" cy="10679430"/>
          </a:xfrm>
          <a:custGeom>
            <a:avLst/>
            <a:gdLst/>
            <a:ahLst/>
            <a:cxnLst/>
            <a:rect l="l" t="t" r="r" b="b"/>
            <a:pathLst>
              <a:path w="18995390" h="10679430">
                <a:moveTo>
                  <a:pt x="18995301" y="0"/>
                </a:moveTo>
                <a:lnTo>
                  <a:pt x="0" y="0"/>
                </a:lnTo>
                <a:lnTo>
                  <a:pt x="0" y="10679303"/>
                </a:lnTo>
                <a:lnTo>
                  <a:pt x="18995301" y="10679303"/>
                </a:lnTo>
                <a:lnTo>
                  <a:pt x="18995301" y="0"/>
                </a:lnTo>
                <a:close/>
              </a:path>
            </a:pathLst>
          </a:custGeom>
          <a:solidFill>
            <a:srgbClr val="1577E1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3" name="object 3"/>
          <p:cNvGrpSpPr/>
          <p:nvPr userDrawn="1"/>
        </p:nvGrpSpPr>
        <p:grpSpPr>
          <a:xfrm>
            <a:off x="2136072" y="1074108"/>
            <a:ext cx="15532708" cy="8295005"/>
            <a:chOff x="2136250" y="1074105"/>
            <a:chExt cx="15534005" cy="8295005"/>
          </a:xfrm>
        </p:grpSpPr>
        <p:sp>
          <p:nvSpPr>
            <p:cNvPr id="34" name="object 4"/>
            <p:cNvSpPr/>
            <p:nvPr/>
          </p:nvSpPr>
          <p:spPr>
            <a:xfrm>
              <a:off x="2136250" y="1341007"/>
              <a:ext cx="15534005" cy="8028305"/>
            </a:xfrm>
            <a:custGeom>
              <a:avLst/>
              <a:gdLst/>
              <a:ahLst/>
              <a:cxnLst/>
              <a:rect l="l" t="t" r="r" b="b"/>
              <a:pathLst>
                <a:path w="15534005" h="8028305">
                  <a:moveTo>
                    <a:pt x="6037021" y="0"/>
                  </a:moveTo>
                  <a:lnTo>
                    <a:pt x="1512125" y="0"/>
                  </a:lnTo>
                  <a:lnTo>
                    <a:pt x="0" y="3409149"/>
                  </a:lnTo>
                  <a:lnTo>
                    <a:pt x="2207069" y="5963386"/>
                  </a:lnTo>
                  <a:lnTo>
                    <a:pt x="2241420" y="6001669"/>
                  </a:lnTo>
                  <a:lnTo>
                    <a:pt x="2277103" y="6038562"/>
                  </a:lnTo>
                  <a:lnTo>
                    <a:pt x="2314075" y="6074036"/>
                  </a:lnTo>
                  <a:lnTo>
                    <a:pt x="2352292" y="6108059"/>
                  </a:lnTo>
                  <a:lnTo>
                    <a:pt x="2391709" y="6140602"/>
                  </a:lnTo>
                  <a:lnTo>
                    <a:pt x="2432281" y="6171635"/>
                  </a:lnTo>
                  <a:lnTo>
                    <a:pt x="2473966" y="6201129"/>
                  </a:lnTo>
                  <a:lnTo>
                    <a:pt x="2516718" y="6229052"/>
                  </a:lnTo>
                  <a:lnTo>
                    <a:pt x="2560493" y="6255375"/>
                  </a:lnTo>
                  <a:lnTo>
                    <a:pt x="2605248" y="6280067"/>
                  </a:lnTo>
                  <a:lnTo>
                    <a:pt x="2650938" y="6303100"/>
                  </a:lnTo>
                  <a:lnTo>
                    <a:pt x="2697518" y="6324443"/>
                  </a:lnTo>
                  <a:lnTo>
                    <a:pt x="2744945" y="6344065"/>
                  </a:lnTo>
                  <a:lnTo>
                    <a:pt x="2793174" y="6361938"/>
                  </a:lnTo>
                  <a:lnTo>
                    <a:pt x="4352886" y="6906895"/>
                  </a:lnTo>
                  <a:lnTo>
                    <a:pt x="4401560" y="6924957"/>
                  </a:lnTo>
                  <a:lnTo>
                    <a:pt x="4449387" y="6944827"/>
                  </a:lnTo>
                  <a:lnTo>
                    <a:pt x="4496324" y="6966471"/>
                  </a:lnTo>
                  <a:lnTo>
                    <a:pt x="4542324" y="6989857"/>
                  </a:lnTo>
                  <a:lnTo>
                    <a:pt x="4587340" y="7014952"/>
                  </a:lnTo>
                  <a:lnTo>
                    <a:pt x="4631327" y="7041722"/>
                  </a:lnTo>
                  <a:lnTo>
                    <a:pt x="4674240" y="7070134"/>
                  </a:lnTo>
                  <a:lnTo>
                    <a:pt x="4716031" y="7100155"/>
                  </a:lnTo>
                  <a:lnTo>
                    <a:pt x="4756655" y="7131753"/>
                  </a:lnTo>
                  <a:lnTo>
                    <a:pt x="4796067" y="7164894"/>
                  </a:lnTo>
                  <a:lnTo>
                    <a:pt x="4834219" y="7199545"/>
                  </a:lnTo>
                  <a:lnTo>
                    <a:pt x="4871066" y="7235673"/>
                  </a:lnTo>
                  <a:lnTo>
                    <a:pt x="4906563" y="7273245"/>
                  </a:lnTo>
                  <a:lnTo>
                    <a:pt x="4940663" y="7312227"/>
                  </a:lnTo>
                  <a:lnTo>
                    <a:pt x="4973320" y="7352588"/>
                  </a:lnTo>
                  <a:lnTo>
                    <a:pt x="5498642" y="8028000"/>
                  </a:lnTo>
                  <a:lnTo>
                    <a:pt x="15533636" y="8028000"/>
                  </a:lnTo>
                  <a:lnTo>
                    <a:pt x="15533636" y="2749308"/>
                  </a:lnTo>
                  <a:lnTo>
                    <a:pt x="6490296" y="65824"/>
                  </a:lnTo>
                  <a:lnTo>
                    <a:pt x="6441058" y="52070"/>
                  </a:lnTo>
                  <a:lnTo>
                    <a:pt x="6391447" y="39913"/>
                  </a:lnTo>
                  <a:lnTo>
                    <a:pt x="6341502" y="29358"/>
                  </a:lnTo>
                  <a:lnTo>
                    <a:pt x="6291262" y="20411"/>
                  </a:lnTo>
                  <a:lnTo>
                    <a:pt x="6240768" y="13078"/>
                  </a:lnTo>
                  <a:lnTo>
                    <a:pt x="6190057" y="7365"/>
                  </a:lnTo>
                  <a:lnTo>
                    <a:pt x="6139170" y="3277"/>
                  </a:lnTo>
                  <a:lnTo>
                    <a:pt x="6088144" y="820"/>
                  </a:lnTo>
                  <a:lnTo>
                    <a:pt x="6037021" y="0"/>
                  </a:lnTo>
                  <a:close/>
                </a:path>
              </a:pathLst>
            </a:custGeom>
            <a:solidFill>
              <a:srgbClr val="3F9B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5"/>
            <p:cNvSpPr/>
            <p:nvPr/>
          </p:nvSpPr>
          <p:spPr>
            <a:xfrm>
              <a:off x="16883381" y="1436725"/>
              <a:ext cx="600075" cy="659130"/>
            </a:xfrm>
            <a:custGeom>
              <a:avLst/>
              <a:gdLst/>
              <a:ahLst/>
              <a:cxnLst/>
              <a:rect l="l" t="t" r="r" b="b"/>
              <a:pathLst>
                <a:path w="600075" h="659130">
                  <a:moveTo>
                    <a:pt x="194716" y="128917"/>
                  </a:moveTo>
                  <a:lnTo>
                    <a:pt x="187274" y="100596"/>
                  </a:lnTo>
                  <a:lnTo>
                    <a:pt x="102336" y="122872"/>
                  </a:lnTo>
                  <a:lnTo>
                    <a:pt x="170002" y="34683"/>
                  </a:lnTo>
                  <a:lnTo>
                    <a:pt x="160909" y="0"/>
                  </a:lnTo>
                  <a:lnTo>
                    <a:pt x="93040" y="89776"/>
                  </a:lnTo>
                  <a:lnTo>
                    <a:pt x="0" y="42202"/>
                  </a:lnTo>
                  <a:lnTo>
                    <a:pt x="8966" y="76365"/>
                  </a:lnTo>
                  <a:lnTo>
                    <a:pt x="102323" y="122872"/>
                  </a:lnTo>
                  <a:lnTo>
                    <a:pt x="26377" y="142786"/>
                  </a:lnTo>
                  <a:lnTo>
                    <a:pt x="33807" y="171119"/>
                  </a:lnTo>
                  <a:lnTo>
                    <a:pt x="194716" y="128917"/>
                  </a:lnTo>
                  <a:close/>
                </a:path>
                <a:path w="600075" h="659130">
                  <a:moveTo>
                    <a:pt x="250634" y="250545"/>
                  </a:moveTo>
                  <a:lnTo>
                    <a:pt x="229781" y="199504"/>
                  </a:lnTo>
                  <a:lnTo>
                    <a:pt x="183248" y="170954"/>
                  </a:lnTo>
                  <a:lnTo>
                    <a:pt x="176110" y="199047"/>
                  </a:lnTo>
                  <a:lnTo>
                    <a:pt x="188671" y="203352"/>
                  </a:lnTo>
                  <a:lnTo>
                    <a:pt x="199580" y="209892"/>
                  </a:lnTo>
                  <a:lnTo>
                    <a:pt x="208661" y="218541"/>
                  </a:lnTo>
                  <a:lnTo>
                    <a:pt x="215696" y="229196"/>
                  </a:lnTo>
                  <a:lnTo>
                    <a:pt x="219976" y="240436"/>
                  </a:lnTo>
                  <a:lnTo>
                    <a:pt x="221678" y="251968"/>
                  </a:lnTo>
                  <a:lnTo>
                    <a:pt x="220954" y="263474"/>
                  </a:lnTo>
                  <a:lnTo>
                    <a:pt x="198958" y="299669"/>
                  </a:lnTo>
                  <a:lnTo>
                    <a:pt x="166852" y="312470"/>
                  </a:lnTo>
                  <a:lnTo>
                    <a:pt x="145008" y="310400"/>
                  </a:lnTo>
                  <a:lnTo>
                    <a:pt x="125996" y="300177"/>
                  </a:lnTo>
                  <a:lnTo>
                    <a:pt x="111925" y="282460"/>
                  </a:lnTo>
                  <a:lnTo>
                    <a:pt x="107429" y="270395"/>
                  </a:lnTo>
                  <a:lnTo>
                    <a:pt x="105816" y="257835"/>
                  </a:lnTo>
                  <a:lnTo>
                    <a:pt x="107022" y="245376"/>
                  </a:lnTo>
                  <a:lnTo>
                    <a:pt x="110985" y="233591"/>
                  </a:lnTo>
                  <a:lnTo>
                    <a:pt x="81978" y="224624"/>
                  </a:lnTo>
                  <a:lnTo>
                    <a:pt x="76974" y="243065"/>
                  </a:lnTo>
                  <a:lnTo>
                    <a:pt x="76327" y="260616"/>
                  </a:lnTo>
                  <a:lnTo>
                    <a:pt x="79756" y="277837"/>
                  </a:lnTo>
                  <a:lnTo>
                    <a:pt x="87007" y="295249"/>
                  </a:lnTo>
                  <a:lnTo>
                    <a:pt x="108966" y="323011"/>
                  </a:lnTo>
                  <a:lnTo>
                    <a:pt x="138049" y="338899"/>
                  </a:lnTo>
                  <a:lnTo>
                    <a:pt x="170700" y="342366"/>
                  </a:lnTo>
                  <a:lnTo>
                    <a:pt x="203365" y="332867"/>
                  </a:lnTo>
                  <a:lnTo>
                    <a:pt x="230632" y="311683"/>
                  </a:lnTo>
                  <a:lnTo>
                    <a:pt x="246849" y="283273"/>
                  </a:lnTo>
                  <a:lnTo>
                    <a:pt x="250634" y="250545"/>
                  </a:lnTo>
                  <a:close/>
                </a:path>
                <a:path w="600075" h="659130">
                  <a:moveTo>
                    <a:pt x="380695" y="410286"/>
                  </a:moveTo>
                  <a:lnTo>
                    <a:pt x="370586" y="378409"/>
                  </a:lnTo>
                  <a:lnTo>
                    <a:pt x="356514" y="362140"/>
                  </a:lnTo>
                  <a:lnTo>
                    <a:pt x="351358" y="356184"/>
                  </a:lnTo>
                  <a:lnTo>
                    <a:pt x="351358" y="411594"/>
                  </a:lnTo>
                  <a:lnTo>
                    <a:pt x="349338" y="433565"/>
                  </a:lnTo>
                  <a:lnTo>
                    <a:pt x="338696" y="454291"/>
                  </a:lnTo>
                  <a:lnTo>
                    <a:pt x="321462" y="469569"/>
                  </a:lnTo>
                  <a:lnTo>
                    <a:pt x="300774" y="476986"/>
                  </a:lnTo>
                  <a:lnTo>
                    <a:pt x="278942" y="475907"/>
                  </a:lnTo>
                  <a:lnTo>
                    <a:pt x="258292" y="465709"/>
                  </a:lnTo>
                  <a:lnTo>
                    <a:pt x="243293" y="448297"/>
                  </a:lnTo>
                  <a:lnTo>
                    <a:pt x="236702" y="427405"/>
                  </a:lnTo>
                  <a:lnTo>
                    <a:pt x="238607" y="405447"/>
                  </a:lnTo>
                  <a:lnTo>
                    <a:pt x="249123" y="384822"/>
                  </a:lnTo>
                  <a:lnTo>
                    <a:pt x="265823" y="369887"/>
                  </a:lnTo>
                  <a:lnTo>
                    <a:pt x="286359" y="362140"/>
                  </a:lnTo>
                  <a:lnTo>
                    <a:pt x="308483" y="362877"/>
                  </a:lnTo>
                  <a:lnTo>
                    <a:pt x="329920" y="373354"/>
                  </a:lnTo>
                  <a:lnTo>
                    <a:pt x="344855" y="390728"/>
                  </a:lnTo>
                  <a:lnTo>
                    <a:pt x="351358" y="411594"/>
                  </a:lnTo>
                  <a:lnTo>
                    <a:pt x="351358" y="356184"/>
                  </a:lnTo>
                  <a:lnTo>
                    <a:pt x="347078" y="351231"/>
                  </a:lnTo>
                  <a:lnTo>
                    <a:pt x="315112" y="335241"/>
                  </a:lnTo>
                  <a:lnTo>
                    <a:pt x="281736" y="333171"/>
                  </a:lnTo>
                  <a:lnTo>
                    <a:pt x="250507" y="343839"/>
                  </a:lnTo>
                  <a:lnTo>
                    <a:pt x="224993" y="366102"/>
                  </a:lnTo>
                  <a:lnTo>
                    <a:pt x="209537" y="396379"/>
                  </a:lnTo>
                  <a:lnTo>
                    <a:pt x="206806" y="429006"/>
                  </a:lnTo>
                  <a:lnTo>
                    <a:pt x="217195" y="460616"/>
                  </a:lnTo>
                  <a:lnTo>
                    <a:pt x="241122" y="487845"/>
                  </a:lnTo>
                  <a:lnTo>
                    <a:pt x="273138" y="504063"/>
                  </a:lnTo>
                  <a:lnTo>
                    <a:pt x="306260" y="506272"/>
                  </a:lnTo>
                  <a:lnTo>
                    <a:pt x="337235" y="495566"/>
                  </a:lnTo>
                  <a:lnTo>
                    <a:pt x="358305" y="476986"/>
                  </a:lnTo>
                  <a:lnTo>
                    <a:pt x="362826" y="472998"/>
                  </a:lnTo>
                  <a:lnTo>
                    <a:pt x="377939" y="443077"/>
                  </a:lnTo>
                  <a:lnTo>
                    <a:pt x="380695" y="410286"/>
                  </a:lnTo>
                  <a:close/>
                </a:path>
                <a:path w="600075" h="659130">
                  <a:moveTo>
                    <a:pt x="599948" y="510628"/>
                  </a:moveTo>
                  <a:lnTo>
                    <a:pt x="574421" y="497941"/>
                  </a:lnTo>
                  <a:lnTo>
                    <a:pt x="526148" y="576821"/>
                  </a:lnTo>
                  <a:lnTo>
                    <a:pt x="515772" y="466763"/>
                  </a:lnTo>
                  <a:lnTo>
                    <a:pt x="421716" y="524878"/>
                  </a:lnTo>
                  <a:lnTo>
                    <a:pt x="455536" y="438797"/>
                  </a:lnTo>
                  <a:lnTo>
                    <a:pt x="430225" y="426212"/>
                  </a:lnTo>
                  <a:lnTo>
                    <a:pt x="368236" y="590486"/>
                  </a:lnTo>
                  <a:lnTo>
                    <a:pt x="492366" y="513232"/>
                  </a:lnTo>
                  <a:lnTo>
                    <a:pt x="505866" y="658939"/>
                  </a:lnTo>
                  <a:lnTo>
                    <a:pt x="599948" y="51062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6871822" y="1299560"/>
              <a:ext cx="167640" cy="109474"/>
            </a:xfrm>
            <a:prstGeom prst="rect">
              <a:avLst/>
            </a:prstGeom>
          </p:spPr>
        </p:pic>
        <p:pic>
          <p:nvPicPr>
            <p:cNvPr id="3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6879037" y="1074105"/>
              <a:ext cx="197852" cy="185267"/>
            </a:xfrm>
            <a:prstGeom prst="rect">
              <a:avLst/>
            </a:prstGeom>
          </p:spPr>
        </p:pic>
      </p:grpSp>
      <p:pic>
        <p:nvPicPr>
          <p:cNvPr id="38" name="object 8"/>
          <p:cNvPicPr/>
          <p:nvPr userDrawn="1"/>
        </p:nvPicPr>
        <p:blipFill>
          <a:blip r:embed="rId4" cstate="print"/>
          <a:stretch>
            <a:fillRect/>
          </a:stretch>
        </p:blipFill>
        <p:spPr>
          <a:xfrm>
            <a:off x="18290442" y="1328019"/>
            <a:ext cx="175841" cy="155067"/>
          </a:xfrm>
          <a:prstGeom prst="rect">
            <a:avLst/>
          </a:prstGeom>
        </p:spPr>
      </p:pic>
      <p:sp>
        <p:nvSpPr>
          <p:cNvPr id="39" name="object 9"/>
          <p:cNvSpPr/>
          <p:nvPr userDrawn="1"/>
        </p:nvSpPr>
        <p:spPr>
          <a:xfrm>
            <a:off x="17820282" y="1908839"/>
            <a:ext cx="191753" cy="205104"/>
          </a:xfrm>
          <a:custGeom>
            <a:avLst/>
            <a:gdLst/>
            <a:ahLst/>
            <a:cxnLst/>
            <a:rect l="l" t="t" r="r" b="b"/>
            <a:pathLst>
              <a:path w="191769" h="205105">
                <a:moveTo>
                  <a:pt x="134594" y="0"/>
                </a:moveTo>
                <a:lnTo>
                  <a:pt x="107111" y="10083"/>
                </a:lnTo>
                <a:lnTo>
                  <a:pt x="131279" y="75958"/>
                </a:lnTo>
                <a:lnTo>
                  <a:pt x="51663" y="105168"/>
                </a:lnTo>
                <a:lnTo>
                  <a:pt x="27495" y="39306"/>
                </a:lnTo>
                <a:lnTo>
                  <a:pt x="0" y="49390"/>
                </a:lnTo>
                <a:lnTo>
                  <a:pt x="57149" y="205079"/>
                </a:lnTo>
                <a:lnTo>
                  <a:pt x="84632" y="194995"/>
                </a:lnTo>
                <a:lnTo>
                  <a:pt x="60883" y="130301"/>
                </a:lnTo>
                <a:lnTo>
                  <a:pt x="140500" y="101079"/>
                </a:lnTo>
                <a:lnTo>
                  <a:pt x="164249" y="165773"/>
                </a:lnTo>
                <a:lnTo>
                  <a:pt x="191731" y="155689"/>
                </a:lnTo>
                <a:lnTo>
                  <a:pt x="134594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0" name="object 10"/>
          <p:cNvGrpSpPr/>
          <p:nvPr userDrawn="1"/>
        </p:nvGrpSpPr>
        <p:grpSpPr>
          <a:xfrm>
            <a:off x="18244257" y="1009079"/>
            <a:ext cx="222232" cy="285115"/>
            <a:chOff x="18245780" y="1009076"/>
            <a:chExt cx="222250" cy="285115"/>
          </a:xfrm>
        </p:grpSpPr>
        <p:pic>
          <p:nvPicPr>
            <p:cNvPr id="41" name="object 11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8245780" y="1009076"/>
              <a:ext cx="195656" cy="110337"/>
            </a:xfrm>
            <a:prstGeom prst="rect">
              <a:avLst/>
            </a:prstGeom>
          </p:spPr>
        </p:pic>
        <p:pic>
          <p:nvPicPr>
            <p:cNvPr id="42" name="object 12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8287106" y="1157724"/>
              <a:ext cx="180898" cy="136232"/>
            </a:xfrm>
            <a:prstGeom prst="rect">
              <a:avLst/>
            </a:prstGeom>
          </p:spPr>
        </p:pic>
      </p:grpSp>
      <p:sp>
        <p:nvSpPr>
          <p:cNvPr id="43" name="object 13"/>
          <p:cNvSpPr/>
          <p:nvPr userDrawn="1"/>
        </p:nvSpPr>
        <p:spPr>
          <a:xfrm>
            <a:off x="17980252" y="1665020"/>
            <a:ext cx="342236" cy="314960"/>
          </a:xfrm>
          <a:custGeom>
            <a:avLst/>
            <a:gdLst/>
            <a:ahLst/>
            <a:cxnLst/>
            <a:rect l="l" t="t" r="r" b="b"/>
            <a:pathLst>
              <a:path w="342265" h="314960">
                <a:moveTo>
                  <a:pt x="176580" y="314921"/>
                </a:moveTo>
                <a:lnTo>
                  <a:pt x="166763" y="267843"/>
                </a:lnTo>
                <a:lnTo>
                  <a:pt x="155105" y="211848"/>
                </a:lnTo>
                <a:lnTo>
                  <a:pt x="139687" y="137909"/>
                </a:lnTo>
                <a:lnTo>
                  <a:pt x="139687" y="267843"/>
                </a:lnTo>
                <a:lnTo>
                  <a:pt x="88138" y="242697"/>
                </a:lnTo>
                <a:lnTo>
                  <a:pt x="104648" y="229857"/>
                </a:lnTo>
                <a:lnTo>
                  <a:pt x="127812" y="211848"/>
                </a:lnTo>
                <a:lnTo>
                  <a:pt x="139687" y="267843"/>
                </a:lnTo>
                <a:lnTo>
                  <a:pt x="139687" y="137909"/>
                </a:lnTo>
                <a:lnTo>
                  <a:pt x="136893" y="124498"/>
                </a:lnTo>
                <a:lnTo>
                  <a:pt x="113169" y="142938"/>
                </a:lnTo>
                <a:lnTo>
                  <a:pt x="121754" y="183286"/>
                </a:lnTo>
                <a:lnTo>
                  <a:pt x="61861" y="229857"/>
                </a:lnTo>
                <a:lnTo>
                  <a:pt x="24714" y="211734"/>
                </a:lnTo>
                <a:lnTo>
                  <a:pt x="0" y="230949"/>
                </a:lnTo>
                <a:lnTo>
                  <a:pt x="176580" y="314921"/>
                </a:lnTo>
                <a:close/>
              </a:path>
              <a:path w="342265" h="314960">
                <a:moveTo>
                  <a:pt x="341782" y="135039"/>
                </a:moveTo>
                <a:lnTo>
                  <a:pt x="272897" y="56362"/>
                </a:lnTo>
                <a:lnTo>
                  <a:pt x="259803" y="23876"/>
                </a:lnTo>
                <a:lnTo>
                  <a:pt x="262445" y="15557"/>
                </a:lnTo>
                <a:lnTo>
                  <a:pt x="265010" y="10477"/>
                </a:lnTo>
                <a:lnTo>
                  <a:pt x="235331" y="0"/>
                </a:lnTo>
                <a:lnTo>
                  <a:pt x="232435" y="7048"/>
                </a:lnTo>
                <a:lnTo>
                  <a:pt x="230466" y="14109"/>
                </a:lnTo>
                <a:lnTo>
                  <a:pt x="229387" y="21107"/>
                </a:lnTo>
                <a:lnTo>
                  <a:pt x="229196" y="28016"/>
                </a:lnTo>
                <a:lnTo>
                  <a:pt x="231571" y="41402"/>
                </a:lnTo>
                <a:lnTo>
                  <a:pt x="236639" y="54089"/>
                </a:lnTo>
                <a:lnTo>
                  <a:pt x="243598" y="65760"/>
                </a:lnTo>
                <a:lnTo>
                  <a:pt x="251625" y="76111"/>
                </a:lnTo>
                <a:lnTo>
                  <a:pt x="304952" y="137985"/>
                </a:lnTo>
                <a:lnTo>
                  <a:pt x="275475" y="173558"/>
                </a:lnTo>
                <a:lnTo>
                  <a:pt x="168148" y="84658"/>
                </a:lnTo>
                <a:lnTo>
                  <a:pt x="149491" y="107188"/>
                </a:lnTo>
                <a:lnTo>
                  <a:pt x="277215" y="212979"/>
                </a:lnTo>
                <a:lnTo>
                  <a:pt x="341782" y="135039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44" name="object 14"/>
          <p:cNvPicPr/>
          <p:nvPr userDrawn="1"/>
        </p:nvPicPr>
        <p:blipFill>
          <a:blip r:embed="rId7" cstate="print"/>
          <a:stretch>
            <a:fillRect/>
          </a:stretch>
        </p:blipFill>
        <p:spPr>
          <a:xfrm>
            <a:off x="17624729" y="1961574"/>
            <a:ext cx="172947" cy="180428"/>
          </a:xfrm>
          <a:prstGeom prst="rect">
            <a:avLst/>
          </a:prstGeom>
        </p:spPr>
      </p:pic>
      <p:sp>
        <p:nvSpPr>
          <p:cNvPr id="45" name="object 15"/>
          <p:cNvSpPr/>
          <p:nvPr userDrawn="1"/>
        </p:nvSpPr>
        <p:spPr>
          <a:xfrm>
            <a:off x="18233517" y="1506520"/>
            <a:ext cx="205723" cy="191135"/>
          </a:xfrm>
          <a:custGeom>
            <a:avLst/>
            <a:gdLst/>
            <a:ahLst/>
            <a:cxnLst/>
            <a:rect l="l" t="t" r="r" b="b"/>
            <a:pathLst>
              <a:path w="205740" h="191135">
                <a:moveTo>
                  <a:pt x="50038" y="0"/>
                </a:moveTo>
                <a:lnTo>
                  <a:pt x="39738" y="27152"/>
                </a:lnTo>
                <a:lnTo>
                  <a:pt x="169799" y="76466"/>
                </a:lnTo>
                <a:lnTo>
                  <a:pt x="140449" y="153885"/>
                </a:lnTo>
                <a:lnTo>
                  <a:pt x="10388" y="104571"/>
                </a:lnTo>
                <a:lnTo>
                  <a:pt x="0" y="131940"/>
                </a:lnTo>
                <a:lnTo>
                  <a:pt x="155079" y="190754"/>
                </a:lnTo>
                <a:lnTo>
                  <a:pt x="205117" y="58813"/>
                </a:lnTo>
                <a:lnTo>
                  <a:pt x="50038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object 16"/>
          <p:cNvSpPr/>
          <p:nvPr userDrawn="1"/>
        </p:nvSpPr>
        <p:spPr>
          <a:xfrm>
            <a:off x="17019403" y="752395"/>
            <a:ext cx="226041" cy="232410"/>
          </a:xfrm>
          <a:custGeom>
            <a:avLst/>
            <a:gdLst/>
            <a:ahLst/>
            <a:cxnLst/>
            <a:rect l="l" t="t" r="r" b="b"/>
            <a:pathLst>
              <a:path w="226059" h="232409">
                <a:moveTo>
                  <a:pt x="99987" y="0"/>
                </a:moveTo>
                <a:lnTo>
                  <a:pt x="98818" y="167982"/>
                </a:lnTo>
                <a:lnTo>
                  <a:pt x="19659" y="95186"/>
                </a:lnTo>
                <a:lnTo>
                  <a:pt x="0" y="116560"/>
                </a:lnTo>
                <a:lnTo>
                  <a:pt x="125996" y="232409"/>
                </a:lnTo>
                <a:lnTo>
                  <a:pt x="126999" y="64604"/>
                </a:lnTo>
                <a:lnTo>
                  <a:pt x="206159" y="137388"/>
                </a:lnTo>
                <a:lnTo>
                  <a:pt x="225971" y="115836"/>
                </a:lnTo>
                <a:lnTo>
                  <a:pt x="99987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47" name="object 17"/>
          <p:cNvPicPr/>
          <p:nvPr userDrawn="1"/>
        </p:nvPicPr>
        <p:blipFill>
          <a:blip r:embed="rId8" cstate="print"/>
          <a:stretch>
            <a:fillRect/>
          </a:stretch>
        </p:blipFill>
        <p:spPr>
          <a:xfrm>
            <a:off x="17706690" y="540799"/>
            <a:ext cx="183246" cy="191198"/>
          </a:xfrm>
          <a:prstGeom prst="rect">
            <a:avLst/>
          </a:prstGeom>
        </p:spPr>
      </p:pic>
      <p:sp>
        <p:nvSpPr>
          <p:cNvPr id="48" name="object 18"/>
          <p:cNvSpPr/>
          <p:nvPr userDrawn="1"/>
        </p:nvSpPr>
        <p:spPr>
          <a:xfrm>
            <a:off x="17185680" y="565150"/>
            <a:ext cx="365095" cy="277495"/>
          </a:xfrm>
          <a:custGeom>
            <a:avLst/>
            <a:gdLst/>
            <a:ahLst/>
            <a:cxnLst/>
            <a:rect l="l" t="t" r="r" b="b"/>
            <a:pathLst>
              <a:path w="365125" h="277494">
                <a:moveTo>
                  <a:pt x="209638" y="200850"/>
                </a:moveTo>
                <a:lnTo>
                  <a:pt x="121373" y="60439"/>
                </a:lnTo>
                <a:lnTo>
                  <a:pt x="96583" y="76022"/>
                </a:lnTo>
                <a:lnTo>
                  <a:pt x="133261" y="134366"/>
                </a:lnTo>
                <a:lnTo>
                  <a:pt x="61455" y="179501"/>
                </a:lnTo>
                <a:lnTo>
                  <a:pt x="24790" y="121158"/>
                </a:lnTo>
                <a:lnTo>
                  <a:pt x="0" y="136740"/>
                </a:lnTo>
                <a:lnTo>
                  <a:pt x="88265" y="277152"/>
                </a:lnTo>
                <a:lnTo>
                  <a:pt x="113055" y="261569"/>
                </a:lnTo>
                <a:lnTo>
                  <a:pt x="75704" y="202158"/>
                </a:lnTo>
                <a:lnTo>
                  <a:pt x="147510" y="157022"/>
                </a:lnTo>
                <a:lnTo>
                  <a:pt x="184848" y="216433"/>
                </a:lnTo>
                <a:lnTo>
                  <a:pt x="209638" y="200850"/>
                </a:lnTo>
                <a:close/>
              </a:path>
              <a:path w="365125" h="277494">
                <a:moveTo>
                  <a:pt x="364934" y="126530"/>
                </a:moveTo>
                <a:lnTo>
                  <a:pt x="339445" y="112725"/>
                </a:lnTo>
                <a:lnTo>
                  <a:pt x="332193" y="123850"/>
                </a:lnTo>
                <a:lnTo>
                  <a:pt x="323176" y="132816"/>
                </a:lnTo>
                <a:lnTo>
                  <a:pt x="312559" y="139496"/>
                </a:lnTo>
                <a:lnTo>
                  <a:pt x="300520" y="143713"/>
                </a:lnTo>
                <a:lnTo>
                  <a:pt x="288569" y="145110"/>
                </a:lnTo>
                <a:lnTo>
                  <a:pt x="276961" y="143916"/>
                </a:lnTo>
                <a:lnTo>
                  <a:pt x="241465" y="119773"/>
                </a:lnTo>
                <a:lnTo>
                  <a:pt x="231736" y="75946"/>
                </a:lnTo>
                <a:lnTo>
                  <a:pt x="239102" y="55283"/>
                </a:lnTo>
                <a:lnTo>
                  <a:pt x="253669" y="39357"/>
                </a:lnTo>
                <a:lnTo>
                  <a:pt x="274307" y="30060"/>
                </a:lnTo>
                <a:lnTo>
                  <a:pt x="287096" y="28651"/>
                </a:lnTo>
                <a:lnTo>
                  <a:pt x="299669" y="30162"/>
                </a:lnTo>
                <a:lnTo>
                  <a:pt x="311454" y="34391"/>
                </a:lnTo>
                <a:lnTo>
                  <a:pt x="321906" y="41122"/>
                </a:lnTo>
                <a:lnTo>
                  <a:pt x="337705" y="15189"/>
                </a:lnTo>
                <a:lnTo>
                  <a:pt x="321056" y="5829"/>
                </a:lnTo>
                <a:lnTo>
                  <a:pt x="304190" y="889"/>
                </a:lnTo>
                <a:lnTo>
                  <a:pt x="286651" y="0"/>
                </a:lnTo>
                <a:lnTo>
                  <a:pt x="268008" y="2768"/>
                </a:lnTo>
                <a:lnTo>
                  <a:pt x="235699" y="17246"/>
                </a:lnTo>
                <a:lnTo>
                  <a:pt x="213169" y="41541"/>
                </a:lnTo>
                <a:lnTo>
                  <a:pt x="201815" y="72351"/>
                </a:lnTo>
                <a:lnTo>
                  <a:pt x="203022" y="106362"/>
                </a:lnTo>
                <a:lnTo>
                  <a:pt x="216877" y="137985"/>
                </a:lnTo>
                <a:lnTo>
                  <a:pt x="240449" y="160667"/>
                </a:lnTo>
                <a:lnTo>
                  <a:pt x="271259" y="172351"/>
                </a:lnTo>
                <a:lnTo>
                  <a:pt x="306806" y="171005"/>
                </a:lnTo>
                <a:lnTo>
                  <a:pt x="325843" y="164642"/>
                </a:lnTo>
                <a:lnTo>
                  <a:pt x="341782" y="155079"/>
                </a:lnTo>
                <a:lnTo>
                  <a:pt x="354761" y="142367"/>
                </a:lnTo>
                <a:lnTo>
                  <a:pt x="364934" y="12653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19"/>
          <p:cNvSpPr/>
          <p:nvPr userDrawn="1"/>
        </p:nvSpPr>
        <p:spPr>
          <a:xfrm>
            <a:off x="17917053" y="583999"/>
            <a:ext cx="140959" cy="184150"/>
          </a:xfrm>
          <a:custGeom>
            <a:avLst/>
            <a:gdLst/>
            <a:ahLst/>
            <a:cxnLst/>
            <a:rect l="l" t="t" r="r" b="b"/>
            <a:pathLst>
              <a:path w="140969" h="184150">
                <a:moveTo>
                  <a:pt x="23571" y="0"/>
                </a:moveTo>
                <a:lnTo>
                  <a:pt x="12369" y="24549"/>
                </a:lnTo>
                <a:lnTo>
                  <a:pt x="57619" y="45186"/>
                </a:lnTo>
                <a:lnTo>
                  <a:pt x="0" y="171526"/>
                </a:lnTo>
                <a:lnTo>
                  <a:pt x="26644" y="183680"/>
                </a:lnTo>
                <a:lnTo>
                  <a:pt x="84264" y="57340"/>
                </a:lnTo>
                <a:lnTo>
                  <a:pt x="129539" y="77990"/>
                </a:lnTo>
                <a:lnTo>
                  <a:pt x="140741" y="53428"/>
                </a:lnTo>
                <a:lnTo>
                  <a:pt x="23571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object 20"/>
          <p:cNvSpPr/>
          <p:nvPr userDrawn="1"/>
        </p:nvSpPr>
        <p:spPr>
          <a:xfrm>
            <a:off x="17557367" y="539999"/>
            <a:ext cx="130164" cy="170180"/>
          </a:xfrm>
          <a:custGeom>
            <a:avLst/>
            <a:gdLst/>
            <a:ahLst/>
            <a:cxnLst/>
            <a:rect l="l" t="t" r="r" b="b"/>
            <a:pathLst>
              <a:path w="130175" h="170179">
                <a:moveTo>
                  <a:pt x="128549" y="0"/>
                </a:moveTo>
                <a:lnTo>
                  <a:pt x="0" y="7493"/>
                </a:lnTo>
                <a:lnTo>
                  <a:pt x="1574" y="34429"/>
                </a:lnTo>
                <a:lnTo>
                  <a:pt x="51206" y="31546"/>
                </a:lnTo>
                <a:lnTo>
                  <a:pt x="59283" y="170167"/>
                </a:lnTo>
                <a:lnTo>
                  <a:pt x="88518" y="168465"/>
                </a:lnTo>
                <a:lnTo>
                  <a:pt x="80441" y="29845"/>
                </a:lnTo>
                <a:lnTo>
                  <a:pt x="130124" y="26949"/>
                </a:lnTo>
                <a:lnTo>
                  <a:pt x="128549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21"/>
          <p:cNvSpPr/>
          <p:nvPr userDrawn="1"/>
        </p:nvSpPr>
        <p:spPr>
          <a:xfrm>
            <a:off x="18022198" y="654837"/>
            <a:ext cx="299060" cy="286385"/>
          </a:xfrm>
          <a:custGeom>
            <a:avLst/>
            <a:gdLst/>
            <a:ahLst/>
            <a:cxnLst/>
            <a:rect l="l" t="t" r="r" b="b"/>
            <a:pathLst>
              <a:path w="299084" h="286384">
                <a:moveTo>
                  <a:pt x="195567" y="98145"/>
                </a:moveTo>
                <a:lnTo>
                  <a:pt x="170484" y="79400"/>
                </a:lnTo>
                <a:lnTo>
                  <a:pt x="82880" y="120294"/>
                </a:lnTo>
                <a:lnTo>
                  <a:pt x="84937" y="100215"/>
                </a:lnTo>
                <a:lnTo>
                  <a:pt x="91859" y="20574"/>
                </a:lnTo>
                <a:lnTo>
                  <a:pt x="64350" y="0"/>
                </a:lnTo>
                <a:lnTo>
                  <a:pt x="53962" y="133807"/>
                </a:lnTo>
                <a:lnTo>
                  <a:pt x="0" y="158978"/>
                </a:lnTo>
                <a:lnTo>
                  <a:pt x="24650" y="177419"/>
                </a:lnTo>
                <a:lnTo>
                  <a:pt x="195567" y="98145"/>
                </a:lnTo>
                <a:close/>
              </a:path>
              <a:path w="299084" h="286384">
                <a:moveTo>
                  <a:pt x="299021" y="218668"/>
                </a:moveTo>
                <a:lnTo>
                  <a:pt x="216801" y="119570"/>
                </a:lnTo>
                <a:lnTo>
                  <a:pt x="196024" y="136804"/>
                </a:lnTo>
                <a:lnTo>
                  <a:pt x="227774" y="175069"/>
                </a:lnTo>
                <a:lnTo>
                  <a:pt x="120904" y="263740"/>
                </a:lnTo>
                <a:lnTo>
                  <a:pt x="139598" y="286270"/>
                </a:lnTo>
                <a:lnTo>
                  <a:pt x="246468" y="197612"/>
                </a:lnTo>
                <a:lnTo>
                  <a:pt x="278244" y="235902"/>
                </a:lnTo>
                <a:lnTo>
                  <a:pt x="299021" y="218668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22"/>
          <p:cNvSpPr/>
          <p:nvPr userDrawn="1"/>
        </p:nvSpPr>
        <p:spPr>
          <a:xfrm>
            <a:off x="17910826" y="1079287"/>
            <a:ext cx="28573" cy="523875"/>
          </a:xfrm>
          <a:custGeom>
            <a:avLst/>
            <a:gdLst/>
            <a:ahLst/>
            <a:cxnLst/>
            <a:rect l="l" t="t" r="r" b="b"/>
            <a:pathLst>
              <a:path w="28575" h="523875">
                <a:moveTo>
                  <a:pt x="28536" y="0"/>
                </a:moveTo>
                <a:lnTo>
                  <a:pt x="0" y="0"/>
                </a:lnTo>
                <a:lnTo>
                  <a:pt x="0" y="523430"/>
                </a:lnTo>
                <a:lnTo>
                  <a:pt x="28536" y="523430"/>
                </a:lnTo>
                <a:lnTo>
                  <a:pt x="28536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23"/>
          <p:cNvSpPr/>
          <p:nvPr userDrawn="1"/>
        </p:nvSpPr>
        <p:spPr>
          <a:xfrm>
            <a:off x="17654144" y="1079287"/>
            <a:ext cx="28573" cy="523875"/>
          </a:xfrm>
          <a:custGeom>
            <a:avLst/>
            <a:gdLst/>
            <a:ahLst/>
            <a:cxnLst/>
            <a:rect l="l" t="t" r="r" b="b"/>
            <a:pathLst>
              <a:path w="28575" h="523875">
                <a:moveTo>
                  <a:pt x="28536" y="0"/>
                </a:moveTo>
                <a:lnTo>
                  <a:pt x="0" y="0"/>
                </a:lnTo>
                <a:lnTo>
                  <a:pt x="0" y="523430"/>
                </a:lnTo>
                <a:lnTo>
                  <a:pt x="28536" y="523430"/>
                </a:lnTo>
                <a:lnTo>
                  <a:pt x="28536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24"/>
          <p:cNvSpPr/>
          <p:nvPr userDrawn="1"/>
        </p:nvSpPr>
        <p:spPr>
          <a:xfrm>
            <a:off x="17397473" y="1079287"/>
            <a:ext cx="28573" cy="523875"/>
          </a:xfrm>
          <a:custGeom>
            <a:avLst/>
            <a:gdLst/>
            <a:ahLst/>
            <a:cxnLst/>
            <a:rect l="l" t="t" r="r" b="b"/>
            <a:pathLst>
              <a:path w="28575" h="523875">
                <a:moveTo>
                  <a:pt x="28536" y="0"/>
                </a:moveTo>
                <a:lnTo>
                  <a:pt x="0" y="0"/>
                </a:lnTo>
                <a:lnTo>
                  <a:pt x="0" y="523430"/>
                </a:lnTo>
                <a:lnTo>
                  <a:pt x="28536" y="523430"/>
                </a:lnTo>
                <a:lnTo>
                  <a:pt x="28536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object 25"/>
          <p:cNvSpPr txBox="1">
            <a:spLocks noGrp="1"/>
          </p:cNvSpPr>
          <p:nvPr>
            <p:ph type="title"/>
          </p:nvPr>
        </p:nvSpPr>
        <p:spPr>
          <a:xfrm>
            <a:off x="2177983" y="4617443"/>
            <a:ext cx="5878974" cy="19030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 marL="16934">
              <a:lnSpc>
                <a:spcPct val="100000"/>
              </a:lnSpc>
              <a:spcBef>
                <a:spcPts val="133"/>
              </a:spcBef>
              <a:defRPr/>
            </a:lvl1pPr>
          </a:lstStyle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100" spc="-11" dirty="0">
                <a:solidFill>
                  <a:srgbClr val="FFFFFF"/>
                </a:solidFill>
              </a:rPr>
              <a:t>ЗАГОЛОВОК</a:t>
            </a:r>
            <a:endParaRPr sz="6100"/>
          </a:p>
          <a:p>
            <a:pPr marL="12700">
              <a:lnSpc>
                <a:spcPct val="100000"/>
              </a:lnSpc>
            </a:pPr>
            <a:r>
              <a:rPr sz="6100" spc="-11" dirty="0">
                <a:solidFill>
                  <a:srgbClr val="FFFFFF"/>
                </a:solidFill>
              </a:rPr>
              <a:t>ПРЕЗЕНТАЦИИ</a:t>
            </a:r>
            <a:endParaRPr sz="6100"/>
          </a:p>
        </p:txBody>
      </p:sp>
      <p:sp>
        <p:nvSpPr>
          <p:cNvPr id="59" name="Текст 58"/>
          <p:cNvSpPr>
            <a:spLocks noGrp="1"/>
          </p:cNvSpPr>
          <p:nvPr>
            <p:ph type="body" sz="quarter" idx="10" hasCustomPrompt="1"/>
          </p:nvPr>
        </p:nvSpPr>
        <p:spPr>
          <a:xfrm>
            <a:off x="2143525" y="8423722"/>
            <a:ext cx="2180463" cy="732978"/>
          </a:xfrm>
        </p:spPr>
        <p:txBody>
          <a:bodyPr wrap="none">
            <a:noAutofit/>
          </a:bodyPr>
          <a:lstStyle>
            <a:lvl1pPr marL="16934">
              <a:lnSpc>
                <a:spcPct val="100000"/>
              </a:lnSpc>
              <a:spcBef>
                <a:spcPts val="133"/>
              </a:spcBef>
              <a:defRPr sz="4800" b="0"/>
            </a:lvl1pPr>
            <a:lvl3pPr marL="914446" marR="0" indent="0" defTabSz="91444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lvl3pPr>
          </a:lstStyle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1800" b="1" spc="-11" dirty="0">
                <a:solidFill>
                  <a:srgbClr val="FFFFFF"/>
                </a:solidFill>
                <a:latin typeface="Circe Bold"/>
                <a:cs typeface="Circe Bold"/>
              </a:rPr>
              <a:t>Подзаголовок</a:t>
            </a:r>
            <a:endParaRPr lang="ru-RU" sz="1800" dirty="0">
              <a:latin typeface="Circe Bold"/>
              <a:cs typeface="Circe Bold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66697" y="546100"/>
            <a:ext cx="17631873" cy="630942"/>
          </a:xfrm>
        </p:spPr>
        <p:txBody>
          <a:bodyPr lIns="0" tIns="0" rIns="0" bIns="0"/>
          <a:lstStyle>
            <a:lvl1pPr>
              <a:defRPr sz="4100" b="0" i="0">
                <a:solidFill>
                  <a:schemeClr val="tx1"/>
                </a:solidFill>
                <a:latin typeface="Circe"/>
                <a:cs typeface="Circe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463507" y="9944862"/>
            <a:ext cx="6083300" cy="534670"/>
          </a:xfrm>
          <a:prstGeom prst="rect">
            <a:avLst/>
          </a:prstGeom>
        </p:spPr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950516" y="9944862"/>
            <a:ext cx="4372372" cy="534670"/>
          </a:xfrm>
          <a:prstGeom prst="rect">
            <a:avLst/>
          </a:prstGeom>
        </p:spPr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60221F-0849-457D-A12B-BB39F50736CA}" type="datetime1">
              <a:rPr lang="en-US" smtClean="0"/>
              <a:t>10/12/2026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900" b="1" i="0">
                <a:solidFill>
                  <a:srgbClr val="757070"/>
                </a:solidFill>
                <a:latin typeface="Circe Bold"/>
                <a:cs typeface="Circe Bold"/>
              </a:defRPr>
            </a:lvl1pPr>
          </a:lstStyle>
          <a:p>
            <a:pPr marL="38102">
              <a:lnSpc>
                <a:spcPts val="1980"/>
              </a:lnSpc>
            </a:pPr>
            <a:fld id="{81D60167-4931-47E6-BA6A-407CBD079E47}" type="slidenum">
              <a:rPr lang="ru-RU" smtClean="0"/>
              <a:pPr marL="38102">
                <a:lnSpc>
                  <a:spcPts val="1980"/>
                </a:lnSpc>
              </a:pPr>
              <a:t>‹#›</a:t>
            </a:fld>
            <a:endParaRPr lang="ru-RU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22"/>
          <p:cNvSpPr/>
          <p:nvPr userDrawn="1"/>
        </p:nvSpPr>
        <p:spPr>
          <a:xfrm>
            <a:off x="2" y="0"/>
            <a:ext cx="12491312" cy="10692130"/>
          </a:xfrm>
          <a:custGeom>
            <a:avLst/>
            <a:gdLst/>
            <a:ahLst/>
            <a:cxnLst/>
            <a:rect l="l" t="t" r="r" b="b"/>
            <a:pathLst>
              <a:path w="12492355" h="10692130">
                <a:moveTo>
                  <a:pt x="12491999" y="0"/>
                </a:moveTo>
                <a:lnTo>
                  <a:pt x="0" y="0"/>
                </a:lnTo>
                <a:lnTo>
                  <a:pt x="0" y="10692003"/>
                </a:lnTo>
                <a:lnTo>
                  <a:pt x="12491999" y="10692003"/>
                </a:lnTo>
                <a:lnTo>
                  <a:pt x="12491999" y="0"/>
                </a:lnTo>
                <a:close/>
              </a:path>
            </a:pathLst>
          </a:custGeom>
          <a:solidFill>
            <a:srgbClr val="EDEDE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Заголовок 8"/>
          <p:cNvSpPr>
            <a:spLocks noGrp="1"/>
          </p:cNvSpPr>
          <p:nvPr>
            <p:ph type="title" hasCustomPrompt="1"/>
          </p:nvPr>
        </p:nvSpPr>
        <p:spPr>
          <a:xfrm>
            <a:off x="12781484" y="546100"/>
            <a:ext cx="5790717" cy="630942"/>
          </a:xfrm>
        </p:spPr>
        <p:txBody>
          <a:bodyPr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5" name="Holder 6"/>
          <p:cNvSpPr>
            <a:spLocks noGrp="1"/>
          </p:cNvSpPr>
          <p:nvPr>
            <p:ph type="sldNum" sz="quarter" idx="7"/>
          </p:nvPr>
        </p:nvSpPr>
        <p:spPr>
          <a:xfrm>
            <a:off x="18055176" y="10091361"/>
            <a:ext cx="462641" cy="2564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1" i="0">
                <a:solidFill>
                  <a:srgbClr val="757070"/>
                </a:solidFill>
                <a:latin typeface="Circe Bold"/>
                <a:cs typeface="Circe Bold"/>
              </a:defRPr>
            </a:lvl1pPr>
          </a:lstStyle>
          <a:p>
            <a:pPr marL="38102">
              <a:lnSpc>
                <a:spcPts val="1980"/>
              </a:lnSpc>
            </a:pPr>
            <a:fld id="{81D60167-4931-47E6-BA6A-407CBD079E47}" type="slidenum">
              <a:rPr lang="ru-RU" smtClean="0"/>
              <a:pPr marL="38102">
                <a:lnSpc>
                  <a:spcPts val="1980"/>
                </a:lnSpc>
              </a:pPr>
              <a:t>‹#›</a:t>
            </a:fld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sz="quarter" idx="10"/>
          </p:nvPr>
        </p:nvSpPr>
        <p:spPr>
          <a:xfrm>
            <a:off x="12781484" y="1993901"/>
            <a:ext cx="5790717" cy="147732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/>
          <p:cNvSpPr/>
          <p:nvPr userDrawn="1"/>
        </p:nvSpPr>
        <p:spPr>
          <a:xfrm>
            <a:off x="2136072" y="1341008"/>
            <a:ext cx="15532708" cy="8028305"/>
          </a:xfrm>
          <a:custGeom>
            <a:avLst/>
            <a:gdLst/>
            <a:ahLst/>
            <a:cxnLst/>
            <a:rect l="l" t="t" r="r" b="b"/>
            <a:pathLst>
              <a:path w="15534005" h="8028305">
                <a:moveTo>
                  <a:pt x="6037021" y="0"/>
                </a:moveTo>
                <a:lnTo>
                  <a:pt x="1512125" y="0"/>
                </a:lnTo>
                <a:lnTo>
                  <a:pt x="0" y="3409149"/>
                </a:lnTo>
                <a:lnTo>
                  <a:pt x="2207069" y="5963386"/>
                </a:lnTo>
                <a:lnTo>
                  <a:pt x="2241420" y="6001669"/>
                </a:lnTo>
                <a:lnTo>
                  <a:pt x="2277103" y="6038562"/>
                </a:lnTo>
                <a:lnTo>
                  <a:pt x="2314075" y="6074036"/>
                </a:lnTo>
                <a:lnTo>
                  <a:pt x="2352292" y="6108059"/>
                </a:lnTo>
                <a:lnTo>
                  <a:pt x="2391709" y="6140602"/>
                </a:lnTo>
                <a:lnTo>
                  <a:pt x="2432281" y="6171635"/>
                </a:lnTo>
                <a:lnTo>
                  <a:pt x="2473966" y="6201129"/>
                </a:lnTo>
                <a:lnTo>
                  <a:pt x="2516718" y="6229052"/>
                </a:lnTo>
                <a:lnTo>
                  <a:pt x="2560493" y="6255375"/>
                </a:lnTo>
                <a:lnTo>
                  <a:pt x="2605248" y="6280067"/>
                </a:lnTo>
                <a:lnTo>
                  <a:pt x="2650938" y="6303100"/>
                </a:lnTo>
                <a:lnTo>
                  <a:pt x="2697518" y="6324443"/>
                </a:lnTo>
                <a:lnTo>
                  <a:pt x="2744945" y="6344065"/>
                </a:lnTo>
                <a:lnTo>
                  <a:pt x="2793174" y="6361938"/>
                </a:lnTo>
                <a:lnTo>
                  <a:pt x="4352886" y="6906895"/>
                </a:lnTo>
                <a:lnTo>
                  <a:pt x="4401560" y="6924957"/>
                </a:lnTo>
                <a:lnTo>
                  <a:pt x="4449387" y="6944827"/>
                </a:lnTo>
                <a:lnTo>
                  <a:pt x="4496324" y="6966471"/>
                </a:lnTo>
                <a:lnTo>
                  <a:pt x="4542324" y="6989857"/>
                </a:lnTo>
                <a:lnTo>
                  <a:pt x="4587340" y="7014952"/>
                </a:lnTo>
                <a:lnTo>
                  <a:pt x="4631327" y="7041722"/>
                </a:lnTo>
                <a:lnTo>
                  <a:pt x="4674240" y="7070134"/>
                </a:lnTo>
                <a:lnTo>
                  <a:pt x="4716031" y="7100155"/>
                </a:lnTo>
                <a:lnTo>
                  <a:pt x="4756655" y="7131753"/>
                </a:lnTo>
                <a:lnTo>
                  <a:pt x="4796067" y="7164894"/>
                </a:lnTo>
                <a:lnTo>
                  <a:pt x="4834219" y="7199545"/>
                </a:lnTo>
                <a:lnTo>
                  <a:pt x="4871066" y="7235673"/>
                </a:lnTo>
                <a:lnTo>
                  <a:pt x="4906563" y="7273245"/>
                </a:lnTo>
                <a:lnTo>
                  <a:pt x="4940663" y="7312227"/>
                </a:lnTo>
                <a:lnTo>
                  <a:pt x="4973320" y="7352588"/>
                </a:lnTo>
                <a:lnTo>
                  <a:pt x="5498642" y="8028000"/>
                </a:lnTo>
                <a:lnTo>
                  <a:pt x="15533636" y="8028000"/>
                </a:lnTo>
                <a:lnTo>
                  <a:pt x="15533636" y="2749308"/>
                </a:lnTo>
                <a:lnTo>
                  <a:pt x="6490296" y="65824"/>
                </a:lnTo>
                <a:lnTo>
                  <a:pt x="6441058" y="52070"/>
                </a:lnTo>
                <a:lnTo>
                  <a:pt x="6391447" y="39913"/>
                </a:lnTo>
                <a:lnTo>
                  <a:pt x="6341502" y="29358"/>
                </a:lnTo>
                <a:lnTo>
                  <a:pt x="6291262" y="20411"/>
                </a:lnTo>
                <a:lnTo>
                  <a:pt x="6240768" y="13078"/>
                </a:lnTo>
                <a:lnTo>
                  <a:pt x="6190057" y="7365"/>
                </a:lnTo>
                <a:lnTo>
                  <a:pt x="6139170" y="3277"/>
                </a:lnTo>
                <a:lnTo>
                  <a:pt x="6088144" y="820"/>
                </a:lnTo>
                <a:lnTo>
                  <a:pt x="6037021" y="0"/>
                </a:lnTo>
                <a:close/>
              </a:path>
            </a:pathLst>
          </a:custGeom>
          <a:solidFill>
            <a:srgbClr val="3F9B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3"/>
          <p:cNvSpPr txBox="1">
            <a:spLocks noGrp="1"/>
          </p:cNvSpPr>
          <p:nvPr>
            <p:ph type="title"/>
          </p:nvPr>
        </p:nvSpPr>
        <p:spPr>
          <a:xfrm>
            <a:off x="10563918" y="6658024"/>
            <a:ext cx="6014218" cy="95154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 marL="16934">
              <a:lnSpc>
                <a:spcPct val="100000"/>
              </a:lnSpc>
              <a:spcBef>
                <a:spcPts val="133"/>
              </a:spcBef>
              <a:defRPr/>
            </a:lvl1pPr>
          </a:lstStyle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100" spc="45" dirty="0">
                <a:solidFill>
                  <a:srgbClr val="FFFFFF"/>
                </a:solidFill>
              </a:rPr>
              <a:t>ШМУТЦ-</a:t>
            </a:r>
            <a:r>
              <a:rPr sz="6100" spc="-20" dirty="0">
                <a:solidFill>
                  <a:srgbClr val="FFFFFF"/>
                </a:solidFill>
              </a:rPr>
              <a:t>ТИТУЛ</a:t>
            </a:r>
            <a:endParaRPr sz="6100" dirty="0"/>
          </a:p>
        </p:txBody>
      </p:sp>
      <p:grpSp>
        <p:nvGrpSpPr>
          <p:cNvPr id="6" name="object 4"/>
          <p:cNvGrpSpPr/>
          <p:nvPr userDrawn="1"/>
        </p:nvGrpSpPr>
        <p:grpSpPr>
          <a:xfrm>
            <a:off x="16870416" y="540002"/>
            <a:ext cx="1596256" cy="1602105"/>
            <a:chOff x="16871822" y="539999"/>
            <a:chExt cx="1596390" cy="1602105"/>
          </a:xfrm>
        </p:grpSpPr>
        <p:sp>
          <p:nvSpPr>
            <p:cNvPr id="7" name="object 5"/>
            <p:cNvSpPr/>
            <p:nvPr/>
          </p:nvSpPr>
          <p:spPr>
            <a:xfrm>
              <a:off x="16883380" y="1436725"/>
              <a:ext cx="600075" cy="659130"/>
            </a:xfrm>
            <a:custGeom>
              <a:avLst/>
              <a:gdLst/>
              <a:ahLst/>
              <a:cxnLst/>
              <a:rect l="l" t="t" r="r" b="b"/>
              <a:pathLst>
                <a:path w="600075" h="659130">
                  <a:moveTo>
                    <a:pt x="194716" y="128917"/>
                  </a:moveTo>
                  <a:lnTo>
                    <a:pt x="187274" y="100596"/>
                  </a:lnTo>
                  <a:lnTo>
                    <a:pt x="102336" y="122872"/>
                  </a:lnTo>
                  <a:lnTo>
                    <a:pt x="170002" y="34683"/>
                  </a:lnTo>
                  <a:lnTo>
                    <a:pt x="160909" y="0"/>
                  </a:lnTo>
                  <a:lnTo>
                    <a:pt x="93040" y="89776"/>
                  </a:lnTo>
                  <a:lnTo>
                    <a:pt x="0" y="42202"/>
                  </a:lnTo>
                  <a:lnTo>
                    <a:pt x="8966" y="76365"/>
                  </a:lnTo>
                  <a:lnTo>
                    <a:pt x="102323" y="122872"/>
                  </a:lnTo>
                  <a:lnTo>
                    <a:pt x="26377" y="142786"/>
                  </a:lnTo>
                  <a:lnTo>
                    <a:pt x="33807" y="171119"/>
                  </a:lnTo>
                  <a:lnTo>
                    <a:pt x="194716" y="128917"/>
                  </a:lnTo>
                  <a:close/>
                </a:path>
                <a:path w="600075" h="659130">
                  <a:moveTo>
                    <a:pt x="250634" y="250545"/>
                  </a:moveTo>
                  <a:lnTo>
                    <a:pt x="229781" y="199504"/>
                  </a:lnTo>
                  <a:lnTo>
                    <a:pt x="183248" y="170954"/>
                  </a:lnTo>
                  <a:lnTo>
                    <a:pt x="176110" y="199047"/>
                  </a:lnTo>
                  <a:lnTo>
                    <a:pt x="188671" y="203352"/>
                  </a:lnTo>
                  <a:lnTo>
                    <a:pt x="199580" y="209892"/>
                  </a:lnTo>
                  <a:lnTo>
                    <a:pt x="208661" y="218541"/>
                  </a:lnTo>
                  <a:lnTo>
                    <a:pt x="215696" y="229196"/>
                  </a:lnTo>
                  <a:lnTo>
                    <a:pt x="219976" y="240436"/>
                  </a:lnTo>
                  <a:lnTo>
                    <a:pt x="221678" y="251968"/>
                  </a:lnTo>
                  <a:lnTo>
                    <a:pt x="220954" y="263474"/>
                  </a:lnTo>
                  <a:lnTo>
                    <a:pt x="198958" y="299669"/>
                  </a:lnTo>
                  <a:lnTo>
                    <a:pt x="166852" y="312470"/>
                  </a:lnTo>
                  <a:lnTo>
                    <a:pt x="145008" y="310400"/>
                  </a:lnTo>
                  <a:lnTo>
                    <a:pt x="125996" y="300177"/>
                  </a:lnTo>
                  <a:lnTo>
                    <a:pt x="111925" y="282460"/>
                  </a:lnTo>
                  <a:lnTo>
                    <a:pt x="107429" y="270395"/>
                  </a:lnTo>
                  <a:lnTo>
                    <a:pt x="105816" y="257835"/>
                  </a:lnTo>
                  <a:lnTo>
                    <a:pt x="107022" y="245376"/>
                  </a:lnTo>
                  <a:lnTo>
                    <a:pt x="110985" y="233591"/>
                  </a:lnTo>
                  <a:lnTo>
                    <a:pt x="81978" y="224624"/>
                  </a:lnTo>
                  <a:lnTo>
                    <a:pt x="76974" y="243065"/>
                  </a:lnTo>
                  <a:lnTo>
                    <a:pt x="76327" y="260616"/>
                  </a:lnTo>
                  <a:lnTo>
                    <a:pt x="79756" y="277837"/>
                  </a:lnTo>
                  <a:lnTo>
                    <a:pt x="87007" y="295249"/>
                  </a:lnTo>
                  <a:lnTo>
                    <a:pt x="108966" y="323011"/>
                  </a:lnTo>
                  <a:lnTo>
                    <a:pt x="138049" y="338899"/>
                  </a:lnTo>
                  <a:lnTo>
                    <a:pt x="170700" y="342366"/>
                  </a:lnTo>
                  <a:lnTo>
                    <a:pt x="203365" y="332867"/>
                  </a:lnTo>
                  <a:lnTo>
                    <a:pt x="230632" y="311683"/>
                  </a:lnTo>
                  <a:lnTo>
                    <a:pt x="246849" y="283273"/>
                  </a:lnTo>
                  <a:lnTo>
                    <a:pt x="250634" y="250545"/>
                  </a:lnTo>
                  <a:close/>
                </a:path>
                <a:path w="600075" h="659130">
                  <a:moveTo>
                    <a:pt x="380695" y="410286"/>
                  </a:moveTo>
                  <a:lnTo>
                    <a:pt x="370586" y="378409"/>
                  </a:lnTo>
                  <a:lnTo>
                    <a:pt x="356514" y="362140"/>
                  </a:lnTo>
                  <a:lnTo>
                    <a:pt x="351358" y="356184"/>
                  </a:lnTo>
                  <a:lnTo>
                    <a:pt x="351358" y="411594"/>
                  </a:lnTo>
                  <a:lnTo>
                    <a:pt x="349338" y="433565"/>
                  </a:lnTo>
                  <a:lnTo>
                    <a:pt x="338696" y="454291"/>
                  </a:lnTo>
                  <a:lnTo>
                    <a:pt x="321462" y="469569"/>
                  </a:lnTo>
                  <a:lnTo>
                    <a:pt x="300774" y="476986"/>
                  </a:lnTo>
                  <a:lnTo>
                    <a:pt x="278942" y="475907"/>
                  </a:lnTo>
                  <a:lnTo>
                    <a:pt x="258292" y="465709"/>
                  </a:lnTo>
                  <a:lnTo>
                    <a:pt x="243293" y="448297"/>
                  </a:lnTo>
                  <a:lnTo>
                    <a:pt x="236702" y="427405"/>
                  </a:lnTo>
                  <a:lnTo>
                    <a:pt x="238607" y="405447"/>
                  </a:lnTo>
                  <a:lnTo>
                    <a:pt x="249123" y="384822"/>
                  </a:lnTo>
                  <a:lnTo>
                    <a:pt x="265823" y="369887"/>
                  </a:lnTo>
                  <a:lnTo>
                    <a:pt x="286359" y="362140"/>
                  </a:lnTo>
                  <a:lnTo>
                    <a:pt x="308483" y="362877"/>
                  </a:lnTo>
                  <a:lnTo>
                    <a:pt x="329920" y="373354"/>
                  </a:lnTo>
                  <a:lnTo>
                    <a:pt x="344855" y="390728"/>
                  </a:lnTo>
                  <a:lnTo>
                    <a:pt x="351358" y="411594"/>
                  </a:lnTo>
                  <a:lnTo>
                    <a:pt x="351358" y="356184"/>
                  </a:lnTo>
                  <a:lnTo>
                    <a:pt x="347078" y="351231"/>
                  </a:lnTo>
                  <a:lnTo>
                    <a:pt x="315112" y="335241"/>
                  </a:lnTo>
                  <a:lnTo>
                    <a:pt x="281736" y="333171"/>
                  </a:lnTo>
                  <a:lnTo>
                    <a:pt x="250507" y="343839"/>
                  </a:lnTo>
                  <a:lnTo>
                    <a:pt x="224993" y="366102"/>
                  </a:lnTo>
                  <a:lnTo>
                    <a:pt x="209537" y="396379"/>
                  </a:lnTo>
                  <a:lnTo>
                    <a:pt x="206806" y="429006"/>
                  </a:lnTo>
                  <a:lnTo>
                    <a:pt x="217195" y="460616"/>
                  </a:lnTo>
                  <a:lnTo>
                    <a:pt x="241122" y="487845"/>
                  </a:lnTo>
                  <a:lnTo>
                    <a:pt x="273138" y="504063"/>
                  </a:lnTo>
                  <a:lnTo>
                    <a:pt x="306260" y="506272"/>
                  </a:lnTo>
                  <a:lnTo>
                    <a:pt x="337235" y="495566"/>
                  </a:lnTo>
                  <a:lnTo>
                    <a:pt x="358305" y="476986"/>
                  </a:lnTo>
                  <a:lnTo>
                    <a:pt x="362826" y="472998"/>
                  </a:lnTo>
                  <a:lnTo>
                    <a:pt x="377939" y="443077"/>
                  </a:lnTo>
                  <a:lnTo>
                    <a:pt x="380695" y="410286"/>
                  </a:lnTo>
                  <a:close/>
                </a:path>
                <a:path w="600075" h="659130">
                  <a:moveTo>
                    <a:pt x="599948" y="510628"/>
                  </a:moveTo>
                  <a:lnTo>
                    <a:pt x="574421" y="497941"/>
                  </a:lnTo>
                  <a:lnTo>
                    <a:pt x="526148" y="576821"/>
                  </a:lnTo>
                  <a:lnTo>
                    <a:pt x="515772" y="466763"/>
                  </a:lnTo>
                  <a:lnTo>
                    <a:pt x="421716" y="524878"/>
                  </a:lnTo>
                  <a:lnTo>
                    <a:pt x="455536" y="438797"/>
                  </a:lnTo>
                  <a:lnTo>
                    <a:pt x="430225" y="426212"/>
                  </a:lnTo>
                  <a:lnTo>
                    <a:pt x="368236" y="590486"/>
                  </a:lnTo>
                  <a:lnTo>
                    <a:pt x="492366" y="513232"/>
                  </a:lnTo>
                  <a:lnTo>
                    <a:pt x="505866" y="658939"/>
                  </a:lnTo>
                  <a:lnTo>
                    <a:pt x="599948" y="51062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6871822" y="1299560"/>
              <a:ext cx="167640" cy="109474"/>
            </a:xfrm>
            <a:prstGeom prst="rect">
              <a:avLst/>
            </a:prstGeom>
          </p:spPr>
        </p:pic>
        <p:pic>
          <p:nvPicPr>
            <p:cNvPr id="9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6879037" y="1074105"/>
              <a:ext cx="197852" cy="185267"/>
            </a:xfrm>
            <a:prstGeom prst="rect">
              <a:avLst/>
            </a:prstGeom>
          </p:spPr>
        </p:pic>
        <p:sp>
          <p:nvSpPr>
            <p:cNvPr id="10" name="object 8"/>
            <p:cNvSpPr/>
            <p:nvPr/>
          </p:nvSpPr>
          <p:spPr>
            <a:xfrm>
              <a:off x="17821770" y="1665020"/>
              <a:ext cx="502284" cy="448945"/>
            </a:xfrm>
            <a:custGeom>
              <a:avLst/>
              <a:gdLst/>
              <a:ahLst/>
              <a:cxnLst/>
              <a:rect l="l" t="t" r="r" b="b"/>
              <a:pathLst>
                <a:path w="502284" h="448944">
                  <a:moveTo>
                    <a:pt x="191731" y="399516"/>
                  </a:moveTo>
                  <a:lnTo>
                    <a:pt x="134594" y="243827"/>
                  </a:lnTo>
                  <a:lnTo>
                    <a:pt x="107111" y="253911"/>
                  </a:lnTo>
                  <a:lnTo>
                    <a:pt x="131279" y="319786"/>
                  </a:lnTo>
                  <a:lnTo>
                    <a:pt x="51663" y="348996"/>
                  </a:lnTo>
                  <a:lnTo>
                    <a:pt x="27495" y="283133"/>
                  </a:lnTo>
                  <a:lnTo>
                    <a:pt x="0" y="293217"/>
                  </a:lnTo>
                  <a:lnTo>
                    <a:pt x="57150" y="448906"/>
                  </a:lnTo>
                  <a:lnTo>
                    <a:pt x="84632" y="438823"/>
                  </a:lnTo>
                  <a:lnTo>
                    <a:pt x="60883" y="374129"/>
                  </a:lnTo>
                  <a:lnTo>
                    <a:pt x="140500" y="344906"/>
                  </a:lnTo>
                  <a:lnTo>
                    <a:pt x="164249" y="409600"/>
                  </a:lnTo>
                  <a:lnTo>
                    <a:pt x="191731" y="399516"/>
                  </a:lnTo>
                  <a:close/>
                </a:path>
                <a:path w="502284" h="448944">
                  <a:moveTo>
                    <a:pt x="336562" y="314921"/>
                  </a:moveTo>
                  <a:lnTo>
                    <a:pt x="326745" y="267843"/>
                  </a:lnTo>
                  <a:lnTo>
                    <a:pt x="315087" y="211848"/>
                  </a:lnTo>
                  <a:lnTo>
                    <a:pt x="299669" y="137909"/>
                  </a:lnTo>
                  <a:lnTo>
                    <a:pt x="299669" y="267843"/>
                  </a:lnTo>
                  <a:lnTo>
                    <a:pt x="248119" y="242697"/>
                  </a:lnTo>
                  <a:lnTo>
                    <a:pt x="264629" y="229857"/>
                  </a:lnTo>
                  <a:lnTo>
                    <a:pt x="287794" y="211848"/>
                  </a:lnTo>
                  <a:lnTo>
                    <a:pt x="299669" y="267843"/>
                  </a:lnTo>
                  <a:lnTo>
                    <a:pt x="299669" y="137909"/>
                  </a:lnTo>
                  <a:lnTo>
                    <a:pt x="296875" y="124498"/>
                  </a:lnTo>
                  <a:lnTo>
                    <a:pt x="273151" y="142938"/>
                  </a:lnTo>
                  <a:lnTo>
                    <a:pt x="281736" y="183286"/>
                  </a:lnTo>
                  <a:lnTo>
                    <a:pt x="221843" y="229857"/>
                  </a:lnTo>
                  <a:lnTo>
                    <a:pt x="184696" y="211734"/>
                  </a:lnTo>
                  <a:lnTo>
                    <a:pt x="159981" y="230949"/>
                  </a:lnTo>
                  <a:lnTo>
                    <a:pt x="336562" y="314921"/>
                  </a:lnTo>
                  <a:close/>
                </a:path>
                <a:path w="502284" h="448944">
                  <a:moveTo>
                    <a:pt x="501764" y="135039"/>
                  </a:moveTo>
                  <a:lnTo>
                    <a:pt x="432879" y="56362"/>
                  </a:lnTo>
                  <a:lnTo>
                    <a:pt x="419785" y="23876"/>
                  </a:lnTo>
                  <a:lnTo>
                    <a:pt x="422427" y="15557"/>
                  </a:lnTo>
                  <a:lnTo>
                    <a:pt x="424992" y="10477"/>
                  </a:lnTo>
                  <a:lnTo>
                    <a:pt x="395312" y="0"/>
                  </a:lnTo>
                  <a:lnTo>
                    <a:pt x="392417" y="7048"/>
                  </a:lnTo>
                  <a:lnTo>
                    <a:pt x="390448" y="14109"/>
                  </a:lnTo>
                  <a:lnTo>
                    <a:pt x="389369" y="21107"/>
                  </a:lnTo>
                  <a:lnTo>
                    <a:pt x="389178" y="28016"/>
                  </a:lnTo>
                  <a:lnTo>
                    <a:pt x="391553" y="41402"/>
                  </a:lnTo>
                  <a:lnTo>
                    <a:pt x="396621" y="54089"/>
                  </a:lnTo>
                  <a:lnTo>
                    <a:pt x="403580" y="65760"/>
                  </a:lnTo>
                  <a:lnTo>
                    <a:pt x="411607" y="76111"/>
                  </a:lnTo>
                  <a:lnTo>
                    <a:pt x="464934" y="137985"/>
                  </a:lnTo>
                  <a:lnTo>
                    <a:pt x="435457" y="173558"/>
                  </a:lnTo>
                  <a:lnTo>
                    <a:pt x="328129" y="84658"/>
                  </a:lnTo>
                  <a:lnTo>
                    <a:pt x="309473" y="107188"/>
                  </a:lnTo>
                  <a:lnTo>
                    <a:pt x="437197" y="212979"/>
                  </a:lnTo>
                  <a:lnTo>
                    <a:pt x="501764" y="13503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7626197" y="1961574"/>
              <a:ext cx="172961" cy="180428"/>
            </a:xfrm>
            <a:prstGeom prst="rect">
              <a:avLst/>
            </a:prstGeom>
          </p:spPr>
        </p:pic>
        <p:pic>
          <p:nvPicPr>
            <p:cNvPr id="12" name="object 1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8291968" y="1328017"/>
              <a:ext cx="175856" cy="155067"/>
            </a:xfrm>
            <a:prstGeom prst="rect">
              <a:avLst/>
            </a:prstGeom>
          </p:spPr>
        </p:pic>
        <p:pic>
          <p:nvPicPr>
            <p:cNvPr id="13" name="object 11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8245781" y="1009076"/>
              <a:ext cx="195656" cy="110337"/>
            </a:xfrm>
            <a:prstGeom prst="rect">
              <a:avLst/>
            </a:prstGeom>
          </p:spPr>
        </p:pic>
        <p:pic>
          <p:nvPicPr>
            <p:cNvPr id="14" name="object 12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8287107" y="1157724"/>
              <a:ext cx="180898" cy="136232"/>
            </a:xfrm>
            <a:prstGeom prst="rect">
              <a:avLst/>
            </a:prstGeom>
          </p:spPr>
        </p:pic>
        <p:sp>
          <p:nvSpPr>
            <p:cNvPr id="15" name="object 13"/>
            <p:cNvSpPr/>
            <p:nvPr/>
          </p:nvSpPr>
          <p:spPr>
            <a:xfrm>
              <a:off x="17020820" y="752398"/>
              <a:ext cx="1419860" cy="944880"/>
            </a:xfrm>
            <a:custGeom>
              <a:avLst/>
              <a:gdLst/>
              <a:ahLst/>
              <a:cxnLst/>
              <a:rect l="l" t="t" r="r" b="b"/>
              <a:pathLst>
                <a:path w="1419859" h="944880">
                  <a:moveTo>
                    <a:pt x="225971" y="115836"/>
                  </a:moveTo>
                  <a:lnTo>
                    <a:pt x="99987" y="0"/>
                  </a:lnTo>
                  <a:lnTo>
                    <a:pt x="98818" y="167982"/>
                  </a:lnTo>
                  <a:lnTo>
                    <a:pt x="19659" y="95186"/>
                  </a:lnTo>
                  <a:lnTo>
                    <a:pt x="0" y="116560"/>
                  </a:lnTo>
                  <a:lnTo>
                    <a:pt x="125996" y="232410"/>
                  </a:lnTo>
                  <a:lnTo>
                    <a:pt x="127000" y="64604"/>
                  </a:lnTo>
                  <a:lnTo>
                    <a:pt x="206159" y="137388"/>
                  </a:lnTo>
                  <a:lnTo>
                    <a:pt x="225971" y="115836"/>
                  </a:lnTo>
                  <a:close/>
                </a:path>
                <a:path w="1419859" h="944880">
                  <a:moveTo>
                    <a:pt x="1419326" y="812939"/>
                  </a:moveTo>
                  <a:lnTo>
                    <a:pt x="1264246" y="754126"/>
                  </a:lnTo>
                  <a:lnTo>
                    <a:pt x="1253947" y="781278"/>
                  </a:lnTo>
                  <a:lnTo>
                    <a:pt x="1384007" y="830592"/>
                  </a:lnTo>
                  <a:lnTo>
                    <a:pt x="1354658" y="908011"/>
                  </a:lnTo>
                  <a:lnTo>
                    <a:pt x="1224597" y="858697"/>
                  </a:lnTo>
                  <a:lnTo>
                    <a:pt x="1214208" y="886066"/>
                  </a:lnTo>
                  <a:lnTo>
                    <a:pt x="1369288" y="944880"/>
                  </a:lnTo>
                  <a:lnTo>
                    <a:pt x="1419326" y="81293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6" name="object 14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7708167" y="540799"/>
              <a:ext cx="183261" cy="191198"/>
            </a:xfrm>
            <a:prstGeom prst="rect">
              <a:avLst/>
            </a:prstGeom>
          </p:spPr>
        </p:pic>
        <p:sp>
          <p:nvSpPr>
            <p:cNvPr id="17" name="object 15"/>
            <p:cNvSpPr/>
            <p:nvPr/>
          </p:nvSpPr>
          <p:spPr>
            <a:xfrm>
              <a:off x="17187113" y="540003"/>
              <a:ext cx="1136015" cy="1062990"/>
            </a:xfrm>
            <a:custGeom>
              <a:avLst/>
              <a:gdLst/>
              <a:ahLst/>
              <a:cxnLst/>
              <a:rect l="l" t="t" r="r" b="b"/>
              <a:pathLst>
                <a:path w="1136015" h="1062990">
                  <a:moveTo>
                    <a:pt x="209638" y="225996"/>
                  </a:moveTo>
                  <a:lnTo>
                    <a:pt x="121373" y="85585"/>
                  </a:lnTo>
                  <a:lnTo>
                    <a:pt x="96583" y="101168"/>
                  </a:lnTo>
                  <a:lnTo>
                    <a:pt x="133261" y="159512"/>
                  </a:lnTo>
                  <a:lnTo>
                    <a:pt x="61455" y="204647"/>
                  </a:lnTo>
                  <a:lnTo>
                    <a:pt x="24790" y="146304"/>
                  </a:lnTo>
                  <a:lnTo>
                    <a:pt x="0" y="161886"/>
                  </a:lnTo>
                  <a:lnTo>
                    <a:pt x="88265" y="302298"/>
                  </a:lnTo>
                  <a:lnTo>
                    <a:pt x="113055" y="286715"/>
                  </a:lnTo>
                  <a:lnTo>
                    <a:pt x="75704" y="227304"/>
                  </a:lnTo>
                  <a:lnTo>
                    <a:pt x="147510" y="182168"/>
                  </a:lnTo>
                  <a:lnTo>
                    <a:pt x="184848" y="241579"/>
                  </a:lnTo>
                  <a:lnTo>
                    <a:pt x="209638" y="225996"/>
                  </a:lnTo>
                  <a:close/>
                </a:path>
                <a:path w="1136015" h="1062990">
                  <a:moveTo>
                    <a:pt x="240347" y="539280"/>
                  </a:moveTo>
                  <a:lnTo>
                    <a:pt x="211810" y="539280"/>
                  </a:lnTo>
                  <a:lnTo>
                    <a:pt x="211810" y="1062710"/>
                  </a:lnTo>
                  <a:lnTo>
                    <a:pt x="240347" y="1062710"/>
                  </a:lnTo>
                  <a:lnTo>
                    <a:pt x="240347" y="539280"/>
                  </a:lnTo>
                  <a:close/>
                </a:path>
                <a:path w="1136015" h="1062990">
                  <a:moveTo>
                    <a:pt x="364934" y="151676"/>
                  </a:moveTo>
                  <a:lnTo>
                    <a:pt x="339445" y="137871"/>
                  </a:lnTo>
                  <a:lnTo>
                    <a:pt x="332193" y="148996"/>
                  </a:lnTo>
                  <a:lnTo>
                    <a:pt x="323176" y="157962"/>
                  </a:lnTo>
                  <a:lnTo>
                    <a:pt x="312559" y="164642"/>
                  </a:lnTo>
                  <a:lnTo>
                    <a:pt x="300520" y="168859"/>
                  </a:lnTo>
                  <a:lnTo>
                    <a:pt x="288569" y="170256"/>
                  </a:lnTo>
                  <a:lnTo>
                    <a:pt x="276961" y="169062"/>
                  </a:lnTo>
                  <a:lnTo>
                    <a:pt x="241465" y="144919"/>
                  </a:lnTo>
                  <a:lnTo>
                    <a:pt x="231736" y="101092"/>
                  </a:lnTo>
                  <a:lnTo>
                    <a:pt x="239102" y="80429"/>
                  </a:lnTo>
                  <a:lnTo>
                    <a:pt x="253669" y="64503"/>
                  </a:lnTo>
                  <a:lnTo>
                    <a:pt x="274307" y="55206"/>
                  </a:lnTo>
                  <a:lnTo>
                    <a:pt x="287096" y="53797"/>
                  </a:lnTo>
                  <a:lnTo>
                    <a:pt x="299669" y="55308"/>
                  </a:lnTo>
                  <a:lnTo>
                    <a:pt x="311454" y="59537"/>
                  </a:lnTo>
                  <a:lnTo>
                    <a:pt x="321906" y="66268"/>
                  </a:lnTo>
                  <a:lnTo>
                    <a:pt x="337705" y="40335"/>
                  </a:lnTo>
                  <a:lnTo>
                    <a:pt x="321056" y="30975"/>
                  </a:lnTo>
                  <a:lnTo>
                    <a:pt x="304190" y="26035"/>
                  </a:lnTo>
                  <a:lnTo>
                    <a:pt x="286651" y="25146"/>
                  </a:lnTo>
                  <a:lnTo>
                    <a:pt x="268008" y="27914"/>
                  </a:lnTo>
                  <a:lnTo>
                    <a:pt x="235699" y="42392"/>
                  </a:lnTo>
                  <a:lnTo>
                    <a:pt x="213169" y="66687"/>
                  </a:lnTo>
                  <a:lnTo>
                    <a:pt x="201815" y="97497"/>
                  </a:lnTo>
                  <a:lnTo>
                    <a:pt x="203022" y="131508"/>
                  </a:lnTo>
                  <a:lnTo>
                    <a:pt x="216877" y="163131"/>
                  </a:lnTo>
                  <a:lnTo>
                    <a:pt x="240449" y="185813"/>
                  </a:lnTo>
                  <a:lnTo>
                    <a:pt x="271259" y="197497"/>
                  </a:lnTo>
                  <a:lnTo>
                    <a:pt x="306806" y="196151"/>
                  </a:lnTo>
                  <a:lnTo>
                    <a:pt x="325843" y="189788"/>
                  </a:lnTo>
                  <a:lnTo>
                    <a:pt x="341782" y="180225"/>
                  </a:lnTo>
                  <a:lnTo>
                    <a:pt x="354761" y="167513"/>
                  </a:lnTo>
                  <a:lnTo>
                    <a:pt x="364934" y="151676"/>
                  </a:lnTo>
                  <a:close/>
                </a:path>
                <a:path w="1136015" h="1062990">
                  <a:moveTo>
                    <a:pt x="497039" y="539280"/>
                  </a:moveTo>
                  <a:lnTo>
                    <a:pt x="468503" y="539280"/>
                  </a:lnTo>
                  <a:lnTo>
                    <a:pt x="468503" y="1062710"/>
                  </a:lnTo>
                  <a:lnTo>
                    <a:pt x="497039" y="1062710"/>
                  </a:lnTo>
                  <a:lnTo>
                    <a:pt x="497039" y="539280"/>
                  </a:lnTo>
                  <a:close/>
                </a:path>
                <a:path w="1136015" h="1062990">
                  <a:moveTo>
                    <a:pt x="501840" y="26949"/>
                  </a:moveTo>
                  <a:lnTo>
                    <a:pt x="500265" y="0"/>
                  </a:lnTo>
                  <a:lnTo>
                    <a:pt x="371716" y="7493"/>
                  </a:lnTo>
                  <a:lnTo>
                    <a:pt x="373291" y="34429"/>
                  </a:lnTo>
                  <a:lnTo>
                    <a:pt x="422922" y="31546"/>
                  </a:lnTo>
                  <a:lnTo>
                    <a:pt x="430999" y="170167"/>
                  </a:lnTo>
                  <a:lnTo>
                    <a:pt x="460235" y="168465"/>
                  </a:lnTo>
                  <a:lnTo>
                    <a:pt x="452158" y="29845"/>
                  </a:lnTo>
                  <a:lnTo>
                    <a:pt x="501840" y="26949"/>
                  </a:lnTo>
                  <a:close/>
                </a:path>
                <a:path w="1136015" h="1062990">
                  <a:moveTo>
                    <a:pt x="753745" y="539280"/>
                  </a:moveTo>
                  <a:lnTo>
                    <a:pt x="725195" y="539280"/>
                  </a:lnTo>
                  <a:lnTo>
                    <a:pt x="725195" y="1062710"/>
                  </a:lnTo>
                  <a:lnTo>
                    <a:pt x="753745" y="1062710"/>
                  </a:lnTo>
                  <a:lnTo>
                    <a:pt x="753745" y="539280"/>
                  </a:lnTo>
                  <a:close/>
                </a:path>
                <a:path w="1136015" h="1062990">
                  <a:moveTo>
                    <a:pt x="872172" y="97434"/>
                  </a:moveTo>
                  <a:lnTo>
                    <a:pt x="755002" y="44005"/>
                  </a:lnTo>
                  <a:lnTo>
                    <a:pt x="743800" y="68554"/>
                  </a:lnTo>
                  <a:lnTo>
                    <a:pt x="789051" y="89192"/>
                  </a:lnTo>
                  <a:lnTo>
                    <a:pt x="731431" y="215531"/>
                  </a:lnTo>
                  <a:lnTo>
                    <a:pt x="758075" y="227685"/>
                  </a:lnTo>
                  <a:lnTo>
                    <a:pt x="815695" y="101346"/>
                  </a:lnTo>
                  <a:lnTo>
                    <a:pt x="860971" y="121996"/>
                  </a:lnTo>
                  <a:lnTo>
                    <a:pt x="872172" y="97434"/>
                  </a:lnTo>
                  <a:close/>
                </a:path>
                <a:path w="1136015" h="1062990">
                  <a:moveTo>
                    <a:pt x="1032154" y="212979"/>
                  </a:moveTo>
                  <a:lnTo>
                    <a:pt x="1007071" y="194233"/>
                  </a:lnTo>
                  <a:lnTo>
                    <a:pt x="919467" y="235127"/>
                  </a:lnTo>
                  <a:lnTo>
                    <a:pt x="921524" y="215049"/>
                  </a:lnTo>
                  <a:lnTo>
                    <a:pt x="928446" y="135407"/>
                  </a:lnTo>
                  <a:lnTo>
                    <a:pt x="900938" y="114833"/>
                  </a:lnTo>
                  <a:lnTo>
                    <a:pt x="890549" y="248640"/>
                  </a:lnTo>
                  <a:lnTo>
                    <a:pt x="836587" y="273812"/>
                  </a:lnTo>
                  <a:lnTo>
                    <a:pt x="861237" y="292252"/>
                  </a:lnTo>
                  <a:lnTo>
                    <a:pt x="1032154" y="212979"/>
                  </a:lnTo>
                  <a:close/>
                </a:path>
                <a:path w="1136015" h="1062990">
                  <a:moveTo>
                    <a:pt x="1135608" y="333502"/>
                  </a:moveTo>
                  <a:lnTo>
                    <a:pt x="1053388" y="234403"/>
                  </a:lnTo>
                  <a:lnTo>
                    <a:pt x="1032611" y="251637"/>
                  </a:lnTo>
                  <a:lnTo>
                    <a:pt x="1064361" y="289902"/>
                  </a:lnTo>
                  <a:lnTo>
                    <a:pt x="957491" y="378574"/>
                  </a:lnTo>
                  <a:lnTo>
                    <a:pt x="976185" y="401104"/>
                  </a:lnTo>
                  <a:lnTo>
                    <a:pt x="1083056" y="312445"/>
                  </a:lnTo>
                  <a:lnTo>
                    <a:pt x="1114831" y="350735"/>
                  </a:lnTo>
                  <a:lnTo>
                    <a:pt x="1135608" y="33350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Прямоугольник 18"/>
          <p:cNvSpPr/>
          <p:nvPr userDrawn="1"/>
        </p:nvSpPr>
        <p:spPr>
          <a:xfrm>
            <a:off x="14076776" y="9918700"/>
            <a:ext cx="3962069" cy="609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001057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8055176" y="10091361"/>
            <a:ext cx="462641" cy="292388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4757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66695" y="546101"/>
            <a:ext cx="17631873" cy="461665"/>
          </a:xfrm>
        </p:spPr>
        <p:txBody>
          <a:bodyPr lIns="0" tIns="0" rIns="0" bIns="0"/>
          <a:lstStyle>
            <a:lvl1pPr>
              <a:defRPr sz="3000" b="1" i="0">
                <a:solidFill>
                  <a:schemeClr val="tx1"/>
                </a:solidFill>
                <a:latin typeface="Circe Bold"/>
                <a:cs typeface="Circe Bold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950516" y="2459482"/>
            <a:ext cx="8269486" cy="3693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9790311" y="2459482"/>
            <a:ext cx="8269486" cy="3693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rgbClr val="44626F"/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rgbClr val="44626F"/>
                </a:solidFill>
              </a:defRPr>
            </a:lvl1pPr>
          </a:lstStyle>
          <a:p>
            <a:fld id="{1D8BD707-D9CF-40AE-B4C6-C98DA3205C09}" type="datetimeFigureOut">
              <a:rPr lang="en-US"/>
              <a:t>10/12/2026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>
          <a:xfrm>
            <a:off x="22694036" y="10091362"/>
            <a:ext cx="581506" cy="246221"/>
          </a:xfrm>
        </p:spPr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irce"/>
                <a:cs typeface="Circe"/>
              </a:defRPr>
            </a:lvl1pPr>
          </a:lstStyle>
          <a:p>
            <a:pPr marL="67938">
              <a:spcBef>
                <a:spcPts val="105"/>
              </a:spcBef>
            </a:pPr>
            <a:fld id="{81D60167-4931-47E6-BA6A-407CBD079E47}" type="slidenum">
              <a:rPr lang="ru-RU" spc="-25" smtClean="0">
                <a:solidFill>
                  <a:srgbClr val="062D3F"/>
                </a:solidFill>
              </a:rPr>
              <a:pPr marL="67938">
                <a:spcBef>
                  <a:spcPts val="105"/>
                </a:spcBef>
              </a:pPr>
              <a:t>‹#›</a:t>
            </a:fld>
            <a:endParaRPr lang="ru-RU" spc="-25" dirty="0">
              <a:solidFill>
                <a:srgbClr val="062D3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6804699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Relationship Id="rId8" Type="http://schemas.openxmlformats.org/officeDocument/2006/relationships/image" Target="../media/image1.png"/><Relationship Id="rId9" Type="http://schemas.openxmlformats.org/officeDocument/2006/relationships/image" Target="../media/image2.png"/><Relationship Id="rId10" Type="http://schemas.openxmlformats.org/officeDocument/2006/relationships/image" Target="../media/image3.png"/><Relationship Id="rId11" Type="http://schemas.openxmlformats.org/officeDocument/2006/relationships/image" Target="../media/image4.png"/><Relationship Id="rId12" Type="http://schemas.openxmlformats.org/officeDocument/2006/relationships/image" Target="../media/image5.png"/><Relationship Id="rId13" Type="http://schemas.openxmlformats.org/officeDocument/2006/relationships/image" Target="../media/image6.png"/><Relationship Id="rId14" Type="http://schemas.openxmlformats.org/officeDocument/2006/relationships/image" Target="../media/image7.png"/><Relationship Id="rId15" Type="http://schemas.openxmlformats.org/officeDocument/2006/relationships/image" Target="../media/image8.png"/><Relationship Id="rId16" Type="http://schemas.openxmlformats.org/officeDocument/2006/relationships/image" Target="../media/image9.png"/><Relationship Id="rId17" Type="http://schemas.openxmlformats.org/officeDocument/2006/relationships/image" Target="../media/image10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66697" y="546100"/>
            <a:ext cx="17631873" cy="6502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100" b="0" i="0">
                <a:solidFill>
                  <a:schemeClr val="tx1"/>
                </a:solidFill>
                <a:latin typeface="Circe"/>
                <a:cs typeface="Circe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66695" y="2025390"/>
            <a:ext cx="17109281" cy="3693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8055176" y="10091361"/>
            <a:ext cx="462641" cy="2564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1" i="0">
                <a:solidFill>
                  <a:srgbClr val="757070"/>
                </a:solidFill>
                <a:latin typeface="Circe Bold"/>
                <a:cs typeface="Circe Bold"/>
              </a:defRPr>
            </a:lvl1pPr>
          </a:lstStyle>
          <a:p>
            <a:pPr marL="38102">
              <a:lnSpc>
                <a:spcPts val="1980"/>
              </a:lnSpc>
            </a:pPr>
            <a:fld id="{81D60167-4931-47E6-BA6A-407CBD079E47}" type="slidenum">
              <a:rPr lang="ru-RU" smtClean="0"/>
              <a:pPr marL="38102">
                <a:lnSpc>
                  <a:spcPts val="1980"/>
                </a:lnSpc>
              </a:pPr>
              <a:t>‹#›</a:t>
            </a:fld>
            <a:endParaRPr lang="ru-RU" dirty="0"/>
          </a:p>
        </p:txBody>
      </p:sp>
      <p:grpSp>
        <p:nvGrpSpPr>
          <p:cNvPr id="38" name="Группа 37"/>
          <p:cNvGrpSpPr/>
          <p:nvPr userDrawn="1"/>
        </p:nvGrpSpPr>
        <p:grpSpPr>
          <a:xfrm>
            <a:off x="14305357" y="10147300"/>
            <a:ext cx="3269931" cy="144434"/>
            <a:chOff x="14496003" y="10008003"/>
            <a:chExt cx="3270204" cy="144434"/>
          </a:xfrm>
        </p:grpSpPr>
        <p:sp>
          <p:nvSpPr>
            <p:cNvPr id="7" name="object 2"/>
            <p:cNvSpPr/>
            <p:nvPr userDrawn="1"/>
          </p:nvSpPr>
          <p:spPr>
            <a:xfrm>
              <a:off x="15935233" y="10091948"/>
              <a:ext cx="23495" cy="55880"/>
            </a:xfrm>
            <a:custGeom>
              <a:avLst/>
              <a:gdLst/>
              <a:ahLst/>
              <a:cxnLst/>
              <a:rect l="l" t="t" r="r" b="b"/>
              <a:pathLst>
                <a:path w="23494" h="55879">
                  <a:moveTo>
                    <a:pt x="0" y="55879"/>
                  </a:moveTo>
                  <a:lnTo>
                    <a:pt x="23482" y="55879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79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3"/>
            <p:cNvSpPr/>
            <p:nvPr userDrawn="1"/>
          </p:nvSpPr>
          <p:spPr>
            <a:xfrm>
              <a:off x="15935224" y="10014483"/>
              <a:ext cx="115570" cy="133350"/>
            </a:xfrm>
            <a:custGeom>
              <a:avLst/>
              <a:gdLst/>
              <a:ahLst/>
              <a:cxnLst/>
              <a:rect l="l" t="t" r="r" b="b"/>
              <a:pathLst>
                <a:path w="115569" h="133350">
                  <a:moveTo>
                    <a:pt x="114985" y="0"/>
                  </a:moveTo>
                  <a:lnTo>
                    <a:pt x="91503" y="0"/>
                  </a:lnTo>
                  <a:lnTo>
                    <a:pt x="91503" y="55880"/>
                  </a:lnTo>
                  <a:lnTo>
                    <a:pt x="23482" y="55880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80"/>
                  </a:lnTo>
                  <a:lnTo>
                    <a:pt x="0" y="77470"/>
                  </a:lnTo>
                  <a:lnTo>
                    <a:pt x="91503" y="77470"/>
                  </a:lnTo>
                  <a:lnTo>
                    <a:pt x="91503" y="133350"/>
                  </a:lnTo>
                  <a:lnTo>
                    <a:pt x="114985" y="133350"/>
                  </a:lnTo>
                  <a:lnTo>
                    <a:pt x="114985" y="77470"/>
                  </a:lnTo>
                  <a:lnTo>
                    <a:pt x="114985" y="55880"/>
                  </a:lnTo>
                  <a:lnTo>
                    <a:pt x="114985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4"/>
            <p:cNvSpPr/>
            <p:nvPr userDrawn="1"/>
          </p:nvSpPr>
          <p:spPr>
            <a:xfrm>
              <a:off x="15486570" y="10015169"/>
              <a:ext cx="103505" cy="133350"/>
            </a:xfrm>
            <a:custGeom>
              <a:avLst/>
              <a:gdLst/>
              <a:ahLst/>
              <a:cxnLst/>
              <a:rect l="l" t="t" r="r" b="b"/>
              <a:pathLst>
                <a:path w="103505" h="133350">
                  <a:moveTo>
                    <a:pt x="103251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39890" y="21590"/>
                  </a:lnTo>
                  <a:lnTo>
                    <a:pt x="39890" y="133350"/>
                  </a:lnTo>
                  <a:lnTo>
                    <a:pt x="63360" y="133350"/>
                  </a:lnTo>
                  <a:lnTo>
                    <a:pt x="63360" y="21590"/>
                  </a:lnTo>
                  <a:lnTo>
                    <a:pt x="103251" y="21590"/>
                  </a:lnTo>
                  <a:lnTo>
                    <a:pt x="103251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5"/>
            <p:cNvSpPr/>
            <p:nvPr userDrawn="1"/>
          </p:nvSpPr>
          <p:spPr>
            <a:xfrm>
              <a:off x="16094555" y="10036339"/>
              <a:ext cx="23495" cy="111760"/>
            </a:xfrm>
            <a:custGeom>
              <a:avLst/>
              <a:gdLst/>
              <a:ahLst/>
              <a:cxnLst/>
              <a:rect l="l" t="t" r="r" b="b"/>
              <a:pathLst>
                <a:path w="23494" h="111759">
                  <a:moveTo>
                    <a:pt x="0" y="111760"/>
                  </a:moveTo>
                  <a:lnTo>
                    <a:pt x="23279" y="111760"/>
                  </a:lnTo>
                  <a:lnTo>
                    <a:pt x="23279" y="0"/>
                  </a:lnTo>
                  <a:lnTo>
                    <a:pt x="0" y="0"/>
                  </a:lnTo>
                  <a:lnTo>
                    <a:pt x="0" y="11176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6"/>
            <p:cNvSpPr/>
            <p:nvPr userDrawn="1"/>
          </p:nvSpPr>
          <p:spPr>
            <a:xfrm>
              <a:off x="16094546" y="10014749"/>
              <a:ext cx="113664" cy="133350"/>
            </a:xfrm>
            <a:custGeom>
              <a:avLst/>
              <a:gdLst/>
              <a:ahLst/>
              <a:cxnLst/>
              <a:rect l="l" t="t" r="r" b="b"/>
              <a:pathLst>
                <a:path w="113665" h="133350">
                  <a:moveTo>
                    <a:pt x="113182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89687" y="21590"/>
                  </a:lnTo>
                  <a:lnTo>
                    <a:pt x="89687" y="133350"/>
                  </a:lnTo>
                  <a:lnTo>
                    <a:pt x="113182" y="133350"/>
                  </a:lnTo>
                  <a:lnTo>
                    <a:pt x="113182" y="21590"/>
                  </a:lnTo>
                  <a:lnTo>
                    <a:pt x="113182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7"/>
            <p:cNvSpPr/>
            <p:nvPr userDrawn="1"/>
          </p:nvSpPr>
          <p:spPr>
            <a:xfrm>
              <a:off x="15341624" y="10015080"/>
              <a:ext cx="131445" cy="133350"/>
            </a:xfrm>
            <a:custGeom>
              <a:avLst/>
              <a:gdLst/>
              <a:ahLst/>
              <a:cxnLst/>
              <a:rect l="l" t="t" r="r" b="b"/>
              <a:pathLst>
                <a:path w="131444" h="133350">
                  <a:moveTo>
                    <a:pt x="131381" y="0"/>
                  </a:moveTo>
                  <a:lnTo>
                    <a:pt x="106299" y="0"/>
                  </a:lnTo>
                  <a:lnTo>
                    <a:pt x="69672" y="68351"/>
                  </a:lnTo>
                  <a:lnTo>
                    <a:pt x="61341" y="54470"/>
                  </a:lnTo>
                  <a:lnTo>
                    <a:pt x="27533" y="0"/>
                  </a:lnTo>
                  <a:lnTo>
                    <a:pt x="0" y="0"/>
                  </a:lnTo>
                  <a:lnTo>
                    <a:pt x="57581" y="90906"/>
                  </a:lnTo>
                  <a:lnTo>
                    <a:pt x="35026" y="133019"/>
                  </a:lnTo>
                  <a:lnTo>
                    <a:pt x="59715" y="133019"/>
                  </a:lnTo>
                  <a:lnTo>
                    <a:pt x="131381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8"/>
            <p:cNvSpPr/>
            <p:nvPr userDrawn="1"/>
          </p:nvSpPr>
          <p:spPr>
            <a:xfrm>
              <a:off x="15804846" y="10014749"/>
              <a:ext cx="90805" cy="133350"/>
            </a:xfrm>
            <a:custGeom>
              <a:avLst/>
              <a:gdLst/>
              <a:ahLst/>
              <a:cxnLst/>
              <a:rect l="l" t="t" r="r" b="b"/>
              <a:pathLst>
                <a:path w="90805" h="133350">
                  <a:moveTo>
                    <a:pt x="90284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0" y="55880"/>
                  </a:lnTo>
                  <a:lnTo>
                    <a:pt x="0" y="76200"/>
                  </a:lnTo>
                  <a:lnTo>
                    <a:pt x="0" y="111760"/>
                  </a:lnTo>
                  <a:lnTo>
                    <a:pt x="0" y="133350"/>
                  </a:lnTo>
                  <a:lnTo>
                    <a:pt x="90284" y="133350"/>
                  </a:lnTo>
                  <a:lnTo>
                    <a:pt x="90284" y="111760"/>
                  </a:lnTo>
                  <a:lnTo>
                    <a:pt x="23482" y="111760"/>
                  </a:lnTo>
                  <a:lnTo>
                    <a:pt x="23482" y="76200"/>
                  </a:lnTo>
                  <a:lnTo>
                    <a:pt x="84226" y="76200"/>
                  </a:lnTo>
                  <a:lnTo>
                    <a:pt x="84226" y="55880"/>
                  </a:lnTo>
                  <a:lnTo>
                    <a:pt x="23482" y="55880"/>
                  </a:lnTo>
                  <a:lnTo>
                    <a:pt x="23482" y="21590"/>
                  </a:lnTo>
                  <a:lnTo>
                    <a:pt x="90284" y="21590"/>
                  </a:lnTo>
                  <a:lnTo>
                    <a:pt x="90284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9"/>
            <p:cNvSpPr/>
            <p:nvPr userDrawn="1"/>
          </p:nvSpPr>
          <p:spPr>
            <a:xfrm>
              <a:off x="15689846" y="10014749"/>
              <a:ext cx="87630" cy="133350"/>
            </a:xfrm>
            <a:custGeom>
              <a:avLst/>
              <a:gdLst/>
              <a:ahLst/>
              <a:cxnLst/>
              <a:rect l="l" t="t" r="r" b="b"/>
              <a:pathLst>
                <a:path w="87630" h="133350">
                  <a:moveTo>
                    <a:pt x="87261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0" y="133350"/>
                  </a:lnTo>
                  <a:lnTo>
                    <a:pt x="23495" y="133350"/>
                  </a:lnTo>
                  <a:lnTo>
                    <a:pt x="23495" y="21590"/>
                  </a:lnTo>
                  <a:lnTo>
                    <a:pt x="87261" y="21590"/>
                  </a:lnTo>
                  <a:lnTo>
                    <a:pt x="87261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0"/>
            <p:cNvSpPr/>
            <p:nvPr userDrawn="1"/>
          </p:nvSpPr>
          <p:spPr>
            <a:xfrm>
              <a:off x="14661205" y="10091948"/>
              <a:ext cx="23495" cy="55880"/>
            </a:xfrm>
            <a:custGeom>
              <a:avLst/>
              <a:gdLst/>
              <a:ahLst/>
              <a:cxnLst/>
              <a:rect l="l" t="t" r="r" b="b"/>
              <a:pathLst>
                <a:path w="23494" h="55879">
                  <a:moveTo>
                    <a:pt x="0" y="55879"/>
                  </a:moveTo>
                  <a:lnTo>
                    <a:pt x="23482" y="55879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79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1"/>
            <p:cNvSpPr/>
            <p:nvPr userDrawn="1"/>
          </p:nvSpPr>
          <p:spPr>
            <a:xfrm>
              <a:off x="14661198" y="10014483"/>
              <a:ext cx="115570" cy="133350"/>
            </a:xfrm>
            <a:custGeom>
              <a:avLst/>
              <a:gdLst/>
              <a:ahLst/>
              <a:cxnLst/>
              <a:rect l="l" t="t" r="r" b="b"/>
              <a:pathLst>
                <a:path w="115569" h="133350">
                  <a:moveTo>
                    <a:pt x="114985" y="0"/>
                  </a:moveTo>
                  <a:lnTo>
                    <a:pt x="91503" y="0"/>
                  </a:lnTo>
                  <a:lnTo>
                    <a:pt x="91503" y="55880"/>
                  </a:lnTo>
                  <a:lnTo>
                    <a:pt x="23482" y="55880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80"/>
                  </a:lnTo>
                  <a:lnTo>
                    <a:pt x="0" y="77470"/>
                  </a:lnTo>
                  <a:lnTo>
                    <a:pt x="91503" y="77470"/>
                  </a:lnTo>
                  <a:lnTo>
                    <a:pt x="91503" y="133350"/>
                  </a:lnTo>
                  <a:lnTo>
                    <a:pt x="114985" y="133350"/>
                  </a:lnTo>
                  <a:lnTo>
                    <a:pt x="114985" y="77470"/>
                  </a:lnTo>
                  <a:lnTo>
                    <a:pt x="114985" y="55880"/>
                  </a:lnTo>
                  <a:lnTo>
                    <a:pt x="114985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2"/>
            <p:cNvSpPr/>
            <p:nvPr userDrawn="1"/>
          </p:nvSpPr>
          <p:spPr>
            <a:xfrm>
              <a:off x="15225408" y="10015169"/>
              <a:ext cx="103505" cy="133350"/>
            </a:xfrm>
            <a:custGeom>
              <a:avLst/>
              <a:gdLst/>
              <a:ahLst/>
              <a:cxnLst/>
              <a:rect l="l" t="t" r="r" b="b"/>
              <a:pathLst>
                <a:path w="103505" h="133350">
                  <a:moveTo>
                    <a:pt x="103251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39878" y="21590"/>
                  </a:lnTo>
                  <a:lnTo>
                    <a:pt x="39878" y="133350"/>
                  </a:lnTo>
                  <a:lnTo>
                    <a:pt x="63373" y="133350"/>
                  </a:lnTo>
                  <a:lnTo>
                    <a:pt x="63373" y="21590"/>
                  </a:lnTo>
                  <a:lnTo>
                    <a:pt x="103251" y="21590"/>
                  </a:lnTo>
                  <a:lnTo>
                    <a:pt x="103251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8" name="object 13"/>
            <p:cNvPicPr/>
            <p:nvPr userDrawn="1"/>
          </p:nvPicPr>
          <p:blipFill>
            <a:blip r:embed="rId8" cstate="print"/>
            <a:stretch>
              <a:fillRect/>
            </a:stretch>
          </p:blipFill>
          <p:spPr>
            <a:xfrm>
              <a:off x="14496003" y="10010832"/>
              <a:ext cx="123088" cy="141516"/>
            </a:xfrm>
            <a:prstGeom prst="rect">
              <a:avLst/>
            </a:prstGeom>
          </p:spPr>
        </p:pic>
        <p:grpSp>
          <p:nvGrpSpPr>
            <p:cNvPr id="19" name="object 14"/>
            <p:cNvGrpSpPr/>
            <p:nvPr userDrawn="1"/>
          </p:nvGrpSpPr>
          <p:grpSpPr>
            <a:xfrm>
              <a:off x="14806764" y="10010832"/>
              <a:ext cx="392430" cy="141605"/>
              <a:chOff x="14806764" y="10010832"/>
              <a:chExt cx="392430" cy="141605"/>
            </a:xfrm>
          </p:grpSpPr>
          <p:pic>
            <p:nvPicPr>
              <p:cNvPr id="20" name="object 15"/>
              <p:cNvPicPr/>
              <p:nvPr/>
            </p:nvPicPr>
            <p:blipFill>
              <a:blip r:embed="rId9" cstate="print"/>
              <a:stretch>
                <a:fillRect/>
              </a:stretch>
            </p:blipFill>
            <p:spPr>
              <a:xfrm>
                <a:off x="14806764" y="10012257"/>
                <a:ext cx="241731" cy="138480"/>
              </a:xfrm>
              <a:prstGeom prst="rect">
                <a:avLst/>
              </a:prstGeom>
            </p:spPr>
          </p:pic>
          <p:pic>
            <p:nvPicPr>
              <p:cNvPr id="21" name="object 16"/>
              <p:cNvPicPr/>
              <p:nvPr/>
            </p:nvPicPr>
            <p:blipFill>
              <a:blip r:embed="rId10" cstate="print"/>
              <a:stretch>
                <a:fillRect/>
              </a:stretch>
            </p:blipFill>
            <p:spPr>
              <a:xfrm>
                <a:off x="15075509" y="10010832"/>
                <a:ext cx="123088" cy="141516"/>
              </a:xfrm>
              <a:prstGeom prst="rect">
                <a:avLst/>
              </a:prstGeom>
            </p:spPr>
          </p:pic>
        </p:grpSp>
        <p:sp>
          <p:nvSpPr>
            <p:cNvPr id="22" name="object 17"/>
            <p:cNvSpPr/>
            <p:nvPr userDrawn="1"/>
          </p:nvSpPr>
          <p:spPr>
            <a:xfrm>
              <a:off x="16538937" y="10091948"/>
              <a:ext cx="23495" cy="55880"/>
            </a:xfrm>
            <a:custGeom>
              <a:avLst/>
              <a:gdLst/>
              <a:ahLst/>
              <a:cxnLst/>
              <a:rect l="l" t="t" r="r" b="b"/>
              <a:pathLst>
                <a:path w="23494" h="55879">
                  <a:moveTo>
                    <a:pt x="0" y="55879"/>
                  </a:moveTo>
                  <a:lnTo>
                    <a:pt x="23482" y="55879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79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18"/>
            <p:cNvSpPr/>
            <p:nvPr userDrawn="1"/>
          </p:nvSpPr>
          <p:spPr>
            <a:xfrm>
              <a:off x="16538931" y="10014483"/>
              <a:ext cx="115570" cy="133350"/>
            </a:xfrm>
            <a:custGeom>
              <a:avLst/>
              <a:gdLst/>
              <a:ahLst/>
              <a:cxnLst/>
              <a:rect l="l" t="t" r="r" b="b"/>
              <a:pathLst>
                <a:path w="115569" h="133350">
                  <a:moveTo>
                    <a:pt x="115189" y="0"/>
                  </a:moveTo>
                  <a:lnTo>
                    <a:pt x="91706" y="0"/>
                  </a:lnTo>
                  <a:lnTo>
                    <a:pt x="91706" y="55880"/>
                  </a:lnTo>
                  <a:lnTo>
                    <a:pt x="23482" y="55880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80"/>
                  </a:lnTo>
                  <a:lnTo>
                    <a:pt x="0" y="77470"/>
                  </a:lnTo>
                  <a:lnTo>
                    <a:pt x="91706" y="77470"/>
                  </a:lnTo>
                  <a:lnTo>
                    <a:pt x="91706" y="133350"/>
                  </a:lnTo>
                  <a:lnTo>
                    <a:pt x="115189" y="133350"/>
                  </a:lnTo>
                  <a:lnTo>
                    <a:pt x="115189" y="77470"/>
                  </a:lnTo>
                  <a:lnTo>
                    <a:pt x="115189" y="55880"/>
                  </a:lnTo>
                  <a:lnTo>
                    <a:pt x="115189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4" name="object 19"/>
            <p:cNvPicPr/>
            <p:nvPr userDrawn="1"/>
          </p:nvPicPr>
          <p:blipFill>
            <a:blip r:embed="rId11" cstate="print"/>
            <a:stretch>
              <a:fillRect/>
            </a:stretch>
          </p:blipFill>
          <p:spPr>
            <a:xfrm>
              <a:off x="17064702" y="10012253"/>
              <a:ext cx="139903" cy="138671"/>
            </a:xfrm>
            <a:prstGeom prst="rect">
              <a:avLst/>
            </a:prstGeom>
          </p:spPr>
        </p:pic>
        <p:sp>
          <p:nvSpPr>
            <p:cNvPr id="25" name="object 20"/>
            <p:cNvSpPr/>
            <p:nvPr userDrawn="1"/>
          </p:nvSpPr>
          <p:spPr>
            <a:xfrm>
              <a:off x="17646556" y="10014684"/>
              <a:ext cx="78105" cy="133985"/>
            </a:xfrm>
            <a:custGeom>
              <a:avLst/>
              <a:gdLst/>
              <a:ahLst/>
              <a:cxnLst/>
              <a:rect l="l" t="t" r="r" b="b"/>
              <a:pathLst>
                <a:path w="78105" h="133984">
                  <a:moveTo>
                    <a:pt x="23469" y="0"/>
                  </a:moveTo>
                  <a:lnTo>
                    <a:pt x="0" y="0"/>
                  </a:lnTo>
                  <a:lnTo>
                    <a:pt x="0" y="133413"/>
                  </a:lnTo>
                  <a:lnTo>
                    <a:pt x="29959" y="133413"/>
                  </a:lnTo>
                  <a:lnTo>
                    <a:pt x="48471" y="131044"/>
                  </a:lnTo>
                  <a:lnTo>
                    <a:pt x="63741" y="123723"/>
                  </a:lnTo>
                  <a:lnTo>
                    <a:pt x="72431" y="113169"/>
                  </a:lnTo>
                  <a:lnTo>
                    <a:pt x="23469" y="113169"/>
                  </a:lnTo>
                  <a:lnTo>
                    <a:pt x="23469" y="72682"/>
                  </a:lnTo>
                  <a:lnTo>
                    <a:pt x="73128" y="72682"/>
                  </a:lnTo>
                  <a:lnTo>
                    <a:pt x="63665" y="61264"/>
                  </a:lnTo>
                  <a:lnTo>
                    <a:pt x="48386" y="54349"/>
                  </a:lnTo>
                  <a:lnTo>
                    <a:pt x="29959" y="52235"/>
                  </a:lnTo>
                  <a:lnTo>
                    <a:pt x="23469" y="52235"/>
                  </a:lnTo>
                  <a:lnTo>
                    <a:pt x="23469" y="0"/>
                  </a:lnTo>
                  <a:close/>
                </a:path>
                <a:path w="78105" h="133984">
                  <a:moveTo>
                    <a:pt x="73128" y="72682"/>
                  </a:moveTo>
                  <a:lnTo>
                    <a:pt x="29959" y="72682"/>
                  </a:lnTo>
                  <a:lnTo>
                    <a:pt x="42001" y="74362"/>
                  </a:lnTo>
                  <a:lnTo>
                    <a:pt x="49945" y="78851"/>
                  </a:lnTo>
                  <a:lnTo>
                    <a:pt x="54323" y="85315"/>
                  </a:lnTo>
                  <a:lnTo>
                    <a:pt x="55664" y="92925"/>
                  </a:lnTo>
                  <a:lnTo>
                    <a:pt x="54351" y="100530"/>
                  </a:lnTo>
                  <a:lnTo>
                    <a:pt x="50022" y="106995"/>
                  </a:lnTo>
                  <a:lnTo>
                    <a:pt x="42087" y="111487"/>
                  </a:lnTo>
                  <a:lnTo>
                    <a:pt x="29959" y="113169"/>
                  </a:lnTo>
                  <a:lnTo>
                    <a:pt x="72431" y="113169"/>
                  </a:lnTo>
                  <a:lnTo>
                    <a:pt x="74114" y="111125"/>
                  </a:lnTo>
                  <a:lnTo>
                    <a:pt x="77939" y="92925"/>
                  </a:lnTo>
                  <a:lnTo>
                    <a:pt x="74086" y="73837"/>
                  </a:lnTo>
                  <a:lnTo>
                    <a:pt x="73128" y="72682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6" name="object 21"/>
            <p:cNvPicPr/>
            <p:nvPr userDrawn="1"/>
          </p:nvPicPr>
          <p:blipFill>
            <a:blip r:embed="rId12" cstate="print"/>
            <a:stretch>
              <a:fillRect/>
            </a:stretch>
          </p:blipFill>
          <p:spPr>
            <a:xfrm>
              <a:off x="17228680" y="10012257"/>
              <a:ext cx="122897" cy="138480"/>
            </a:xfrm>
            <a:prstGeom prst="rect">
              <a:avLst/>
            </a:prstGeom>
          </p:spPr>
        </p:pic>
        <p:sp>
          <p:nvSpPr>
            <p:cNvPr id="27" name="object 22"/>
            <p:cNvSpPr/>
            <p:nvPr userDrawn="1"/>
          </p:nvSpPr>
          <p:spPr>
            <a:xfrm>
              <a:off x="17383354" y="10014686"/>
              <a:ext cx="107314" cy="133985"/>
            </a:xfrm>
            <a:custGeom>
              <a:avLst/>
              <a:gdLst/>
              <a:ahLst/>
              <a:cxnLst/>
              <a:rect l="l" t="t" r="r" b="b"/>
              <a:pathLst>
                <a:path w="107315" h="133984">
                  <a:moveTo>
                    <a:pt x="23482" y="0"/>
                  </a:moveTo>
                  <a:lnTo>
                    <a:pt x="0" y="0"/>
                  </a:lnTo>
                  <a:lnTo>
                    <a:pt x="0" y="133413"/>
                  </a:lnTo>
                  <a:lnTo>
                    <a:pt x="23482" y="133413"/>
                  </a:lnTo>
                  <a:lnTo>
                    <a:pt x="23482" y="62966"/>
                  </a:lnTo>
                  <a:lnTo>
                    <a:pt x="23482" y="0"/>
                  </a:lnTo>
                  <a:close/>
                </a:path>
                <a:path w="107315" h="133984">
                  <a:moveTo>
                    <a:pt x="106908" y="0"/>
                  </a:moveTo>
                  <a:lnTo>
                    <a:pt x="78562" y="0"/>
                  </a:lnTo>
                  <a:lnTo>
                    <a:pt x="23482" y="62966"/>
                  </a:lnTo>
                  <a:lnTo>
                    <a:pt x="78155" y="133413"/>
                  </a:lnTo>
                  <a:lnTo>
                    <a:pt x="106908" y="133413"/>
                  </a:lnTo>
                  <a:lnTo>
                    <a:pt x="51244" y="62280"/>
                  </a:lnTo>
                  <a:lnTo>
                    <a:pt x="106908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8" name="object 23"/>
            <p:cNvPicPr/>
            <p:nvPr userDrawn="1"/>
          </p:nvPicPr>
          <p:blipFill>
            <a:blip r:embed="rId13" cstate="print"/>
            <a:stretch>
              <a:fillRect/>
            </a:stretch>
          </p:blipFill>
          <p:spPr>
            <a:xfrm>
              <a:off x="16676596" y="10008005"/>
              <a:ext cx="139077" cy="140093"/>
            </a:xfrm>
            <a:prstGeom prst="rect">
              <a:avLst/>
            </a:prstGeom>
          </p:spPr>
        </p:pic>
        <p:pic>
          <p:nvPicPr>
            <p:cNvPr id="29" name="object 24"/>
            <p:cNvPicPr/>
            <p:nvPr userDrawn="1"/>
          </p:nvPicPr>
          <p:blipFill>
            <a:blip r:embed="rId14" cstate="print"/>
            <a:stretch>
              <a:fillRect/>
            </a:stretch>
          </p:blipFill>
          <p:spPr>
            <a:xfrm>
              <a:off x="16377378" y="10008005"/>
              <a:ext cx="139077" cy="140093"/>
            </a:xfrm>
            <a:prstGeom prst="rect">
              <a:avLst/>
            </a:prstGeom>
          </p:spPr>
        </p:pic>
        <p:pic>
          <p:nvPicPr>
            <p:cNvPr id="30" name="object 25"/>
            <p:cNvPicPr/>
            <p:nvPr userDrawn="1"/>
          </p:nvPicPr>
          <p:blipFill>
            <a:blip r:embed="rId15" cstate="print"/>
            <a:stretch>
              <a:fillRect/>
            </a:stretch>
          </p:blipFill>
          <p:spPr>
            <a:xfrm>
              <a:off x="17523452" y="10014683"/>
              <a:ext cx="85039" cy="133413"/>
            </a:xfrm>
            <a:prstGeom prst="rect">
              <a:avLst/>
            </a:prstGeom>
          </p:spPr>
        </p:pic>
        <p:sp>
          <p:nvSpPr>
            <p:cNvPr id="31" name="object 26"/>
            <p:cNvSpPr/>
            <p:nvPr userDrawn="1"/>
          </p:nvSpPr>
          <p:spPr>
            <a:xfrm>
              <a:off x="17742712" y="10014687"/>
              <a:ext cx="23495" cy="133985"/>
            </a:xfrm>
            <a:custGeom>
              <a:avLst/>
              <a:gdLst/>
              <a:ahLst/>
              <a:cxnLst/>
              <a:rect l="l" t="t" r="r" b="b"/>
              <a:pathLst>
                <a:path w="23494" h="133984">
                  <a:moveTo>
                    <a:pt x="23279" y="0"/>
                  </a:moveTo>
                  <a:lnTo>
                    <a:pt x="0" y="0"/>
                  </a:lnTo>
                  <a:lnTo>
                    <a:pt x="0" y="133413"/>
                  </a:lnTo>
                  <a:lnTo>
                    <a:pt x="23279" y="133413"/>
                  </a:lnTo>
                  <a:lnTo>
                    <a:pt x="23279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2" name="object 27"/>
            <p:cNvPicPr/>
            <p:nvPr userDrawn="1"/>
          </p:nvPicPr>
          <p:blipFill>
            <a:blip r:embed="rId16" cstate="print"/>
            <a:stretch>
              <a:fillRect/>
            </a:stretch>
          </p:blipFill>
          <p:spPr>
            <a:xfrm>
              <a:off x="16887559" y="10008003"/>
              <a:ext cx="152044" cy="141516"/>
            </a:xfrm>
            <a:prstGeom prst="rect">
              <a:avLst/>
            </a:prstGeom>
          </p:spPr>
        </p:pic>
        <p:pic>
          <p:nvPicPr>
            <p:cNvPr id="33" name="object 28"/>
            <p:cNvPicPr/>
            <p:nvPr userDrawn="1"/>
          </p:nvPicPr>
          <p:blipFill>
            <a:blip r:embed="rId17" cstate="print"/>
            <a:stretch>
              <a:fillRect/>
            </a:stretch>
          </p:blipFill>
          <p:spPr>
            <a:xfrm>
              <a:off x="16236275" y="10015091"/>
              <a:ext cx="118643" cy="134823"/>
            </a:xfrm>
            <a:prstGeom prst="rect">
              <a:avLst/>
            </a:prstGeom>
          </p:spPr>
        </p:pic>
      </p:grpSp>
      <p:sp>
        <p:nvSpPr>
          <p:cNvPr id="34" name="object 29"/>
          <p:cNvSpPr/>
          <p:nvPr userDrawn="1"/>
        </p:nvSpPr>
        <p:spPr>
          <a:xfrm>
            <a:off x="17850557" y="10021300"/>
            <a:ext cx="0" cy="374650"/>
          </a:xfrm>
          <a:custGeom>
            <a:avLst/>
            <a:gdLst/>
            <a:ahLst/>
            <a:cxnLst/>
            <a:rect l="l" t="t" r="r" b="b"/>
            <a:pathLst>
              <a:path h="374650">
                <a:moveTo>
                  <a:pt x="0" y="0"/>
                </a:moveTo>
                <a:lnTo>
                  <a:pt x="0" y="374395"/>
                </a:lnTo>
              </a:path>
            </a:pathLst>
          </a:custGeom>
          <a:ln w="25400">
            <a:solidFill>
              <a:srgbClr val="75707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4" r:id="rId3"/>
    <p:sldLayoutId id="2147483665" r:id="rId4"/>
    <p:sldLayoutId id="2147483667" r:id="rId5"/>
    <p:sldLayoutId id="2147483668" r:id="rId6"/>
  </p:sldLayoutIdLst>
  <p:hf hdr="0" ft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 sz="2400">
          <a:latin typeface="Circe" panose="020B0502020203020203" pitchFamily="34" charset="-52"/>
          <a:ea typeface="+mn-ea"/>
          <a:cs typeface="+mn-cs"/>
        </a:defRPr>
      </a:lvl1pPr>
      <a:lvl2pPr marL="457223">
        <a:defRPr>
          <a:latin typeface="+mn-lt"/>
          <a:ea typeface="+mn-ea"/>
          <a:cs typeface="+mn-cs"/>
        </a:defRPr>
      </a:lvl2pPr>
      <a:lvl3pPr marL="914446">
        <a:defRPr>
          <a:latin typeface="+mn-lt"/>
          <a:ea typeface="+mn-ea"/>
          <a:cs typeface="+mn-cs"/>
        </a:defRPr>
      </a:lvl3pPr>
      <a:lvl4pPr marL="1371669">
        <a:defRPr>
          <a:latin typeface="+mn-lt"/>
          <a:ea typeface="+mn-ea"/>
          <a:cs typeface="+mn-cs"/>
        </a:defRPr>
      </a:lvl4pPr>
      <a:lvl5pPr marL="1828891">
        <a:defRPr>
          <a:latin typeface="+mn-lt"/>
          <a:ea typeface="+mn-ea"/>
          <a:cs typeface="+mn-cs"/>
        </a:defRPr>
      </a:lvl5pPr>
      <a:lvl6pPr marL="2286114">
        <a:defRPr>
          <a:latin typeface="+mn-lt"/>
          <a:ea typeface="+mn-ea"/>
          <a:cs typeface="+mn-cs"/>
        </a:defRPr>
      </a:lvl6pPr>
      <a:lvl7pPr marL="2743337">
        <a:defRPr>
          <a:latin typeface="+mn-lt"/>
          <a:ea typeface="+mn-ea"/>
          <a:cs typeface="+mn-cs"/>
        </a:defRPr>
      </a:lvl7pPr>
      <a:lvl8pPr marL="3200560">
        <a:defRPr>
          <a:latin typeface="+mn-lt"/>
          <a:ea typeface="+mn-ea"/>
          <a:cs typeface="+mn-cs"/>
        </a:defRPr>
      </a:lvl8pPr>
      <a:lvl9pPr marL="3657783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23">
        <a:defRPr>
          <a:latin typeface="+mn-lt"/>
          <a:ea typeface="+mn-ea"/>
          <a:cs typeface="+mn-cs"/>
        </a:defRPr>
      </a:lvl2pPr>
      <a:lvl3pPr marL="914446">
        <a:defRPr>
          <a:latin typeface="+mn-lt"/>
          <a:ea typeface="+mn-ea"/>
          <a:cs typeface="+mn-cs"/>
        </a:defRPr>
      </a:lvl3pPr>
      <a:lvl4pPr marL="1371669">
        <a:defRPr>
          <a:latin typeface="+mn-lt"/>
          <a:ea typeface="+mn-ea"/>
          <a:cs typeface="+mn-cs"/>
        </a:defRPr>
      </a:lvl4pPr>
      <a:lvl5pPr marL="1828891">
        <a:defRPr>
          <a:latin typeface="+mn-lt"/>
          <a:ea typeface="+mn-ea"/>
          <a:cs typeface="+mn-cs"/>
        </a:defRPr>
      </a:lvl5pPr>
      <a:lvl6pPr marL="2286114">
        <a:defRPr>
          <a:latin typeface="+mn-lt"/>
          <a:ea typeface="+mn-ea"/>
          <a:cs typeface="+mn-cs"/>
        </a:defRPr>
      </a:lvl6pPr>
      <a:lvl7pPr marL="2743337">
        <a:defRPr>
          <a:latin typeface="+mn-lt"/>
          <a:ea typeface="+mn-ea"/>
          <a:cs typeface="+mn-cs"/>
        </a:defRPr>
      </a:lvl7pPr>
      <a:lvl8pPr marL="3200560">
        <a:defRPr>
          <a:latin typeface="+mn-lt"/>
          <a:ea typeface="+mn-ea"/>
          <a:cs typeface="+mn-cs"/>
        </a:defRPr>
      </a:lvl8pPr>
      <a:lvl9pPr marL="3657783">
        <a:defRPr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20" userDrawn="1">
          <p15:clr>
            <a:srgbClr val="F26B43"/>
          </p15:clr>
        </p15:guide>
        <p15:guide id="2" pos="11699" userDrawn="1">
          <p15:clr>
            <a:srgbClr val="F26B43"/>
          </p15:clr>
        </p15:guide>
        <p15:guide id="3" orient="horz" pos="1256" userDrawn="1">
          <p15:clr>
            <a:srgbClr val="F26B43"/>
          </p15:clr>
        </p15:guide>
        <p15:guide id="4" orient="horz" pos="6104" userDrawn="1">
          <p15:clr>
            <a:srgbClr val="F26B43"/>
          </p15:clr>
        </p15:guide>
      </p15:sldGuideLst>
    </p:ext>
  </p:extLst>
</p:sldMaster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0" name="Номер слайда 2"/>
          <p:cNvSpPr>
            <a:spLocks noGrp="1"/>
          </p:cNvSpPr>
          <p:nvPr>
            <p:ph type="sldNum" sz="quarter" idx="4294967295"/>
          </p:nvPr>
        </p:nvSpPr>
        <p:spPr>
          <a:xfrm>
            <a:off x="18055888" y="10091361"/>
            <a:ext cx="462680" cy="256480"/>
          </a:xfrm>
          <a:prstGeom prst="rect">
            <a:avLst/>
          </a:prstGeom>
        </p:spPr>
        <p:txBody>
          <a:bodyPr/>
          <a:lstStyle/>
          <a:p>
            <a:pPr marL="38102">
              <a:lnSpc>
                <a:spcPts val="1980"/>
              </a:lnSpc>
            </a:pPr>
            <a:fld id="{81D60167-4931-47E6-BA6A-407CBD079E47}" type="slidenum">
              <a:rPr lang="ru-RU" smtClean="0">
                <a:latin typeface="Circe" panose="020B0502020203020203" pitchFamily="34" charset="-52"/>
              </a:rPr>
              <a:pPr marL="38102">
                <a:lnSpc>
                  <a:spcPts val="1980"/>
                </a:lnSpc>
              </a:pPr>
              <a:t>6</a:t>
            </a:fld>
            <a:endParaRPr lang="ru-RU" dirty="0">
              <a:latin typeface="Circe" panose="020B0502020203020203" pitchFamily="34" charset="-52"/>
            </a:endParaRPr>
          </a:p>
        </p:txBody>
      </p:sp>
      <p:sp>
        <p:nvSpPr>
          <p:cNvPr id="201" name="TextBox 1"/>
          <p:cNvSpPr txBox="1"/>
          <p:nvPr/>
        </p:nvSpPr>
        <p:spPr>
          <a:xfrm>
            <a:off x="1069330" y="784226"/>
            <a:ext cx="16871177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>
              <a:buNone/>
            </a:pPr>
            <a:r>
              <a:rPr lang="en-US" sz="4000" b="1" dirty="0">
                <a:solidFill>
                  <a:srgbClr val="062D3F"/>
                </a:solidFill>
                <a:latin typeface="Circe Bold" panose="020B0602020203020203" pitchFamily="34" charset="-52"/>
              </a:rPr>
              <a:t>ПОКАЗАТЕЛИ ДЕМОГРАФИЧЕСКОГО АНАЛИЗА</a:t>
            </a:r>
            <a:endParaRPr lang="en-US" sz="4000" dirty="0">
              <a:solidFill>
                <a:srgbClr val="062D3F"/>
              </a:solidFill>
              <a:latin typeface="Circe Bold" panose="020B0602020203020203" pitchFamily="34" charset="-52"/>
            </a:endParaRPr>
          </a:p>
        </p:txBody>
      </p:sp>
      <p:sp>
        <p:nvSpPr>
          <p:cNvPr id="202" name="Rectangle 4"/>
          <p:cNvSpPr/>
          <p:nvPr/>
        </p:nvSpPr>
        <p:spPr>
          <a:xfrm>
            <a:off x="1069330" y="1463040"/>
            <a:ext cx="16871653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/>
            <a:r>
              <a:rPr lang="ru-RU" sz="2200" dirty="0">
                <a:solidFill>
                  <a:srgbClr val="062D3F"/>
                </a:solidFill>
                <a:latin typeface="Circe"/>
              </a:rPr>
              <a:t>Динамика, половозрастная структура и нагрузка на трудоспособное население</a:t>
            </a:r>
            <a:endParaRPr sz="2200" b="0" dirty="0">
              <a:solidFill>
                <a:srgbClr val="062D3F"/>
              </a:solidFill>
              <a:latin typeface="Circe"/>
            </a:endParaRPr>
          </a:p>
        </p:txBody>
      </p:sp>
      <p:sp>
        <p:nvSpPr>
          <p:cNvPr id="203" name="Шапка таблицы"/>
          <p:cNvSpPr/>
          <p:nvPr/>
        </p:nvSpPr>
        <p:spPr>
          <a:xfrm>
            <a:off x="1069848" y="2057400"/>
            <a:ext cx="16870680" cy="502920"/>
          </a:xfrm>
          <a:prstGeom prst="roundRect">
            <a:avLst>
              <a:gd name="adj" fmla="val 25000"/>
            </a:avLst>
          </a:prstGeom>
          <a:solidFill>
            <a:srgbClr val="062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4" name="Заголовок колонки"/>
          <p:cNvSpPr txBox="1"/>
          <p:nvPr/>
        </p:nvSpPr>
        <p:spPr>
          <a:xfrm>
            <a:off x="2148840" y="2057400"/>
            <a:ext cx="60350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Circe Bold"/>
              </a:rPr>
              <a:t>ПОКАЗАТЕЛЬ</a:t>
            </a:r>
          </a:p>
        </p:txBody>
      </p:sp>
      <p:sp>
        <p:nvSpPr>
          <p:cNvPr id="205" name="Заголовок колонки"/>
          <p:cNvSpPr txBox="1"/>
          <p:nvPr/>
        </p:nvSpPr>
        <p:spPr>
          <a:xfrm>
            <a:off x="8412480" y="2057400"/>
            <a:ext cx="3566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Circe Bold"/>
              </a:rPr>
              <a:t>ЕДИНИЦА</a:t>
            </a:r>
          </a:p>
        </p:txBody>
      </p:sp>
      <p:sp>
        <p:nvSpPr>
          <p:cNvPr id="206" name="Заголовок колонки"/>
          <p:cNvSpPr txBox="1"/>
          <p:nvPr/>
        </p:nvSpPr>
        <p:spPr>
          <a:xfrm>
            <a:off x="12252960" y="2057400"/>
            <a:ext cx="53035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Circe Bold"/>
              </a:rPr>
              <a:t>ЧТО ПОКАЗЫВАЕТ</a:t>
            </a:r>
          </a:p>
        </p:txBody>
      </p:sp>
      <p:sp>
        <p:nvSpPr>
          <p:cNvPr id="207" name="Полоса"/>
          <p:cNvSpPr/>
          <p:nvPr/>
        </p:nvSpPr>
        <p:spPr>
          <a:xfrm>
            <a:off x="1069848" y="2706624"/>
            <a:ext cx="16870680" cy="566928"/>
          </a:xfrm>
          <a:prstGeom prst="roundRect">
            <a:avLst>
              <a:gd name="adj" fmla="val 30000"/>
            </a:avLst>
          </a:prstGeom>
          <a:solidFill>
            <a:srgbClr val="FFF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8" name="Номер 1"/>
          <p:cNvSpPr/>
          <p:nvPr/>
        </p:nvSpPr>
        <p:spPr>
          <a:xfrm>
            <a:off x="1417320" y="2779776"/>
            <a:ext cx="420624" cy="420624"/>
          </a:xfrm>
          <a:prstGeom prst="ellipse">
            <a:avLst/>
          </a:prstGeom>
          <a:solidFill>
            <a:srgbClr val="FFCC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62D3F"/>
                </a:solidFill>
                <a:latin typeface="Circe Bold"/>
              </a:rPr>
              <a:t>1</a:t>
            </a:r>
          </a:p>
        </p:txBody>
      </p:sp>
      <p:sp>
        <p:nvSpPr>
          <p:cNvPr id="209" name="Текст"/>
          <p:cNvSpPr txBox="1"/>
          <p:nvPr/>
        </p:nvSpPr>
        <p:spPr>
          <a:xfrm>
            <a:off x="2148840" y="2679192"/>
            <a:ext cx="60350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700" b="1">
                <a:solidFill>
                  <a:srgbClr val="062D3F"/>
                </a:solidFill>
                <a:latin typeface="Circe Bold"/>
              </a:rPr>
              <a:t>Численность населения</a:t>
            </a:r>
          </a:p>
        </p:txBody>
      </p:sp>
      <p:sp>
        <p:nvSpPr>
          <p:cNvPr id="210" name="Текст"/>
          <p:cNvSpPr txBox="1"/>
          <p:nvPr/>
        </p:nvSpPr>
        <p:spPr>
          <a:xfrm>
            <a:off x="8412480" y="2679192"/>
            <a:ext cx="3566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062D3F"/>
                </a:solidFill>
                <a:latin typeface="Circe"/>
              </a:rPr>
              <a:t>тыс. чел.</a:t>
            </a:r>
          </a:p>
        </p:txBody>
      </p:sp>
      <p:sp>
        <p:nvSpPr>
          <p:cNvPr id="211" name="Текст"/>
          <p:cNvSpPr txBox="1"/>
          <p:nvPr/>
        </p:nvSpPr>
        <p:spPr>
          <a:xfrm>
            <a:off x="12252960" y="2679192"/>
            <a:ext cx="5303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062D3F"/>
                </a:solidFill>
                <a:latin typeface="Circe"/>
              </a:rPr>
              <a:t>Динамика и прогноз по четырём сценариям</a:t>
            </a:r>
          </a:p>
        </p:txBody>
      </p:sp>
      <p:sp>
        <p:nvSpPr>
          <p:cNvPr id="212" name="Номер 2"/>
          <p:cNvSpPr/>
          <p:nvPr/>
        </p:nvSpPr>
        <p:spPr>
          <a:xfrm>
            <a:off x="1417320" y="3401568"/>
            <a:ext cx="420624" cy="420624"/>
          </a:xfrm>
          <a:prstGeom prst="ellipse">
            <a:avLst/>
          </a:prstGeom>
          <a:solidFill>
            <a:srgbClr val="FFCC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62D3F"/>
                </a:solidFill>
                <a:latin typeface="Circe Bold"/>
              </a:rPr>
              <a:t>2</a:t>
            </a:r>
          </a:p>
        </p:txBody>
      </p:sp>
      <p:sp>
        <p:nvSpPr>
          <p:cNvPr id="213" name="Текст"/>
          <p:cNvSpPr txBox="1"/>
          <p:nvPr/>
        </p:nvSpPr>
        <p:spPr>
          <a:xfrm>
            <a:off x="2148840" y="3300984"/>
            <a:ext cx="60350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700" b="1">
                <a:solidFill>
                  <a:srgbClr val="062D3F"/>
                </a:solidFill>
                <a:latin typeface="Circe Bold"/>
              </a:rPr>
              <a:t>Среднегодовая численность населения</a:t>
            </a:r>
          </a:p>
        </p:txBody>
      </p:sp>
      <p:sp>
        <p:nvSpPr>
          <p:cNvPr id="214" name="Текст"/>
          <p:cNvSpPr txBox="1"/>
          <p:nvPr/>
        </p:nvSpPr>
        <p:spPr>
          <a:xfrm>
            <a:off x="8412480" y="3300984"/>
            <a:ext cx="3566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062D3F"/>
                </a:solidFill>
                <a:latin typeface="Circe"/>
              </a:rPr>
              <a:t>тыс. чел.</a:t>
            </a:r>
          </a:p>
        </p:txBody>
      </p:sp>
      <p:sp>
        <p:nvSpPr>
          <p:cNvPr id="215" name="Текст"/>
          <p:cNvSpPr txBox="1"/>
          <p:nvPr/>
        </p:nvSpPr>
        <p:spPr>
          <a:xfrm>
            <a:off x="12252960" y="3300984"/>
            <a:ext cx="5303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062D3F"/>
                </a:solidFill>
                <a:latin typeface="Circe"/>
              </a:rPr>
              <a:t>Факт и целевые показатели стратегии</a:t>
            </a:r>
          </a:p>
        </p:txBody>
      </p:sp>
      <p:sp>
        <p:nvSpPr>
          <p:cNvPr id="216" name="Полоса"/>
          <p:cNvSpPr/>
          <p:nvPr/>
        </p:nvSpPr>
        <p:spPr>
          <a:xfrm>
            <a:off x="1069848" y="3950208"/>
            <a:ext cx="16870680" cy="566928"/>
          </a:xfrm>
          <a:prstGeom prst="roundRect">
            <a:avLst>
              <a:gd name="adj" fmla="val 30000"/>
            </a:avLst>
          </a:prstGeom>
          <a:solidFill>
            <a:srgbClr val="FFF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7" name="Номер 3"/>
          <p:cNvSpPr/>
          <p:nvPr/>
        </p:nvSpPr>
        <p:spPr>
          <a:xfrm>
            <a:off x="1417320" y="4023360"/>
            <a:ext cx="420624" cy="420624"/>
          </a:xfrm>
          <a:prstGeom prst="ellipse">
            <a:avLst/>
          </a:prstGeom>
          <a:solidFill>
            <a:srgbClr val="FFCC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62D3F"/>
                </a:solidFill>
                <a:latin typeface="Circe Bold"/>
              </a:rPr>
              <a:t>3</a:t>
            </a:r>
          </a:p>
        </p:txBody>
      </p:sp>
      <p:sp>
        <p:nvSpPr>
          <p:cNvPr id="218" name="Текст"/>
          <p:cNvSpPr txBox="1"/>
          <p:nvPr/>
        </p:nvSpPr>
        <p:spPr>
          <a:xfrm>
            <a:off x="2148840" y="3922776"/>
            <a:ext cx="60350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700" b="1">
                <a:solidFill>
                  <a:srgbClr val="062D3F"/>
                </a:solidFill>
                <a:latin typeface="Circe Bold"/>
              </a:rPr>
              <a:t>Суммарный коэффициент рождаемости</a:t>
            </a:r>
          </a:p>
        </p:txBody>
      </p:sp>
      <p:sp>
        <p:nvSpPr>
          <p:cNvPr id="219" name="Текст"/>
          <p:cNvSpPr txBox="1"/>
          <p:nvPr/>
        </p:nvSpPr>
        <p:spPr>
          <a:xfrm>
            <a:off x="8412480" y="3922776"/>
            <a:ext cx="3566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062D3F"/>
                </a:solidFill>
                <a:latin typeface="Circe"/>
              </a:rPr>
              <a:t>детей на 1 женщину</a:t>
            </a:r>
          </a:p>
        </p:txBody>
      </p:sp>
      <p:sp>
        <p:nvSpPr>
          <p:cNvPr id="220" name="Текст"/>
          <p:cNvSpPr txBox="1"/>
          <p:nvPr/>
        </p:nvSpPr>
        <p:spPr>
          <a:xfrm>
            <a:off x="12252960" y="3922776"/>
            <a:ext cx="5303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062D3F"/>
                </a:solidFill>
                <a:latin typeface="Circe"/>
              </a:rPr>
              <a:t>Основа сценариев прогноза</a:t>
            </a:r>
          </a:p>
        </p:txBody>
      </p:sp>
      <p:sp>
        <p:nvSpPr>
          <p:cNvPr id="221" name="Номер 4"/>
          <p:cNvSpPr/>
          <p:nvPr/>
        </p:nvSpPr>
        <p:spPr>
          <a:xfrm>
            <a:off x="1417320" y="4645152"/>
            <a:ext cx="420624" cy="420624"/>
          </a:xfrm>
          <a:prstGeom prst="ellipse">
            <a:avLst/>
          </a:prstGeom>
          <a:solidFill>
            <a:srgbClr val="FFCC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62D3F"/>
                </a:solidFill>
                <a:latin typeface="Circe Bold"/>
              </a:rPr>
              <a:t>4</a:t>
            </a:r>
          </a:p>
        </p:txBody>
      </p:sp>
      <p:sp>
        <p:nvSpPr>
          <p:cNvPr id="222" name="Текст"/>
          <p:cNvSpPr txBox="1"/>
          <p:nvPr/>
        </p:nvSpPr>
        <p:spPr>
          <a:xfrm>
            <a:off x="2148840" y="4544568"/>
            <a:ext cx="60350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700" b="1">
                <a:solidFill>
                  <a:srgbClr val="062D3F"/>
                </a:solidFill>
                <a:latin typeface="Circe Bold"/>
              </a:rPr>
              <a:t>Среднегодовой миграционный прирост</a:t>
            </a:r>
          </a:p>
        </p:txBody>
      </p:sp>
      <p:sp>
        <p:nvSpPr>
          <p:cNvPr id="223" name="Текст"/>
          <p:cNvSpPr txBox="1"/>
          <p:nvPr/>
        </p:nvSpPr>
        <p:spPr>
          <a:xfrm>
            <a:off x="8412480" y="4544568"/>
            <a:ext cx="3566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062D3F"/>
                </a:solidFill>
                <a:latin typeface="Circe"/>
              </a:rPr>
              <a:t>тыс. чел.</a:t>
            </a:r>
          </a:p>
        </p:txBody>
      </p:sp>
      <p:sp>
        <p:nvSpPr>
          <p:cNvPr id="224" name="Текст"/>
          <p:cNvSpPr txBox="1"/>
          <p:nvPr/>
        </p:nvSpPr>
        <p:spPr>
          <a:xfrm>
            <a:off x="12252960" y="4544568"/>
            <a:ext cx="5303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062D3F"/>
                </a:solidFill>
                <a:latin typeface="Circe"/>
              </a:rPr>
              <a:t>Основа сценариев прогноза</a:t>
            </a:r>
          </a:p>
        </p:txBody>
      </p:sp>
      <p:sp>
        <p:nvSpPr>
          <p:cNvPr id="225" name="Полоса"/>
          <p:cNvSpPr/>
          <p:nvPr/>
        </p:nvSpPr>
        <p:spPr>
          <a:xfrm>
            <a:off x="1069848" y="5193792"/>
            <a:ext cx="16870680" cy="566928"/>
          </a:xfrm>
          <a:prstGeom prst="roundRect">
            <a:avLst>
              <a:gd name="adj" fmla="val 30000"/>
            </a:avLst>
          </a:prstGeom>
          <a:solidFill>
            <a:srgbClr val="FFF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6" name="Номер 5"/>
          <p:cNvSpPr/>
          <p:nvPr/>
        </p:nvSpPr>
        <p:spPr>
          <a:xfrm>
            <a:off x="1417320" y="5266944"/>
            <a:ext cx="420624" cy="420624"/>
          </a:xfrm>
          <a:prstGeom prst="ellipse">
            <a:avLst/>
          </a:prstGeom>
          <a:solidFill>
            <a:srgbClr val="FFCC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62D3F"/>
                </a:solidFill>
                <a:latin typeface="Circe Bold"/>
              </a:rPr>
              <a:t>5</a:t>
            </a:r>
          </a:p>
        </p:txBody>
      </p:sp>
      <p:sp>
        <p:nvSpPr>
          <p:cNvPr id="227" name="Текст"/>
          <p:cNvSpPr txBox="1"/>
          <p:nvPr/>
        </p:nvSpPr>
        <p:spPr>
          <a:xfrm>
            <a:off x="2148840" y="5166359"/>
            <a:ext cx="60350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700" b="1">
                <a:solidFill>
                  <a:srgbClr val="062D3F"/>
                </a:solidFill>
                <a:latin typeface="Circe Bold"/>
              </a:rPr>
              <a:t>Общий коэффициент рождаемости</a:t>
            </a:r>
          </a:p>
        </p:txBody>
      </p:sp>
      <p:sp>
        <p:nvSpPr>
          <p:cNvPr id="228" name="Текст"/>
          <p:cNvSpPr txBox="1"/>
          <p:nvPr/>
        </p:nvSpPr>
        <p:spPr>
          <a:xfrm>
            <a:off x="8412480" y="5166359"/>
            <a:ext cx="3566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062D3F"/>
                </a:solidFill>
                <a:latin typeface="Circe"/>
              </a:rPr>
              <a:t>родившихся на 1000 населения</a:t>
            </a:r>
          </a:p>
        </p:txBody>
      </p:sp>
      <p:sp>
        <p:nvSpPr>
          <p:cNvPr id="229" name="Текст"/>
          <p:cNvSpPr txBox="1"/>
          <p:nvPr/>
        </p:nvSpPr>
        <p:spPr>
          <a:xfrm>
            <a:off x="12252960" y="5166359"/>
            <a:ext cx="5303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062D3F"/>
                </a:solidFill>
                <a:latin typeface="Circe"/>
              </a:rPr>
              <a:t>Факт и целевые показатели стратегии</a:t>
            </a:r>
          </a:p>
        </p:txBody>
      </p:sp>
      <p:sp>
        <p:nvSpPr>
          <p:cNvPr id="230" name="Номер 6"/>
          <p:cNvSpPr/>
          <p:nvPr/>
        </p:nvSpPr>
        <p:spPr>
          <a:xfrm>
            <a:off x="1417320" y="5888736"/>
            <a:ext cx="420624" cy="420624"/>
          </a:xfrm>
          <a:prstGeom prst="ellipse">
            <a:avLst/>
          </a:prstGeom>
          <a:solidFill>
            <a:srgbClr val="FFCC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62D3F"/>
                </a:solidFill>
                <a:latin typeface="Circe Bold"/>
              </a:rPr>
              <a:t>6</a:t>
            </a:r>
          </a:p>
        </p:txBody>
      </p:sp>
      <p:sp>
        <p:nvSpPr>
          <p:cNvPr id="231" name="Текст"/>
          <p:cNvSpPr txBox="1"/>
          <p:nvPr/>
        </p:nvSpPr>
        <p:spPr>
          <a:xfrm>
            <a:off x="2148840" y="5788151"/>
            <a:ext cx="60350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700" b="1">
                <a:solidFill>
                  <a:srgbClr val="062D3F"/>
                </a:solidFill>
                <a:latin typeface="Circe Bold"/>
              </a:rPr>
              <a:t>Общий коэффициент смертности</a:t>
            </a:r>
          </a:p>
        </p:txBody>
      </p:sp>
      <p:sp>
        <p:nvSpPr>
          <p:cNvPr id="232" name="Текст"/>
          <p:cNvSpPr txBox="1"/>
          <p:nvPr/>
        </p:nvSpPr>
        <p:spPr>
          <a:xfrm>
            <a:off x="8412480" y="5788151"/>
            <a:ext cx="3566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062D3F"/>
                </a:solidFill>
                <a:latin typeface="Circe"/>
              </a:rPr>
              <a:t>умерших на 1000 населения</a:t>
            </a:r>
          </a:p>
        </p:txBody>
      </p:sp>
      <p:sp>
        <p:nvSpPr>
          <p:cNvPr id="233" name="Текст"/>
          <p:cNvSpPr txBox="1"/>
          <p:nvPr/>
        </p:nvSpPr>
        <p:spPr>
          <a:xfrm>
            <a:off x="12252960" y="5788151"/>
            <a:ext cx="5303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062D3F"/>
                </a:solidFill>
                <a:latin typeface="Circe"/>
              </a:rPr>
              <a:t>Факт и целевые показатели стратегии</a:t>
            </a:r>
          </a:p>
        </p:txBody>
      </p:sp>
      <p:sp>
        <p:nvSpPr>
          <p:cNvPr id="234" name="Полоса"/>
          <p:cNvSpPr/>
          <p:nvPr/>
        </p:nvSpPr>
        <p:spPr>
          <a:xfrm>
            <a:off x="1069848" y="6437375"/>
            <a:ext cx="16870680" cy="566928"/>
          </a:xfrm>
          <a:prstGeom prst="roundRect">
            <a:avLst>
              <a:gd name="adj" fmla="val 30000"/>
            </a:avLst>
          </a:prstGeom>
          <a:solidFill>
            <a:srgbClr val="FFF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5" name="Номер 7"/>
          <p:cNvSpPr/>
          <p:nvPr/>
        </p:nvSpPr>
        <p:spPr>
          <a:xfrm>
            <a:off x="1417320" y="6510527"/>
            <a:ext cx="420624" cy="420624"/>
          </a:xfrm>
          <a:prstGeom prst="ellipse">
            <a:avLst/>
          </a:prstGeom>
          <a:solidFill>
            <a:srgbClr val="FFCC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62D3F"/>
                </a:solidFill>
                <a:latin typeface="Circe Bold"/>
              </a:rPr>
              <a:t>7</a:t>
            </a:r>
          </a:p>
        </p:txBody>
      </p:sp>
      <p:sp>
        <p:nvSpPr>
          <p:cNvPr id="236" name="Текст"/>
          <p:cNvSpPr txBox="1"/>
          <p:nvPr/>
        </p:nvSpPr>
        <p:spPr>
          <a:xfrm>
            <a:off x="2148840" y="6409943"/>
            <a:ext cx="60350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700" b="1">
                <a:solidFill>
                  <a:srgbClr val="062D3F"/>
                </a:solidFill>
                <a:latin typeface="Circe Bold"/>
              </a:rPr>
              <a:t>Коэффициент естественного прироста</a:t>
            </a:r>
          </a:p>
        </p:txBody>
      </p:sp>
      <p:sp>
        <p:nvSpPr>
          <p:cNvPr id="237" name="Текст"/>
          <p:cNvSpPr txBox="1"/>
          <p:nvPr/>
        </p:nvSpPr>
        <p:spPr>
          <a:xfrm>
            <a:off x="8412480" y="6409943"/>
            <a:ext cx="3566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062D3F"/>
                </a:solidFill>
                <a:latin typeface="Circe"/>
              </a:rPr>
              <a:t>на 1000 населения</a:t>
            </a:r>
          </a:p>
        </p:txBody>
      </p:sp>
      <p:sp>
        <p:nvSpPr>
          <p:cNvPr id="238" name="Текст"/>
          <p:cNvSpPr txBox="1"/>
          <p:nvPr/>
        </p:nvSpPr>
        <p:spPr>
          <a:xfrm>
            <a:off x="12252960" y="6409943"/>
            <a:ext cx="5303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062D3F"/>
                </a:solidFill>
                <a:latin typeface="Circe"/>
              </a:rPr>
              <a:t>Факт и целевые показатели стратегии</a:t>
            </a:r>
          </a:p>
        </p:txBody>
      </p:sp>
      <p:sp>
        <p:nvSpPr>
          <p:cNvPr id="239" name="Номер 8"/>
          <p:cNvSpPr/>
          <p:nvPr/>
        </p:nvSpPr>
        <p:spPr>
          <a:xfrm>
            <a:off x="1417320" y="7132319"/>
            <a:ext cx="420624" cy="420624"/>
          </a:xfrm>
          <a:prstGeom prst="ellipse">
            <a:avLst/>
          </a:prstGeom>
          <a:solidFill>
            <a:srgbClr val="FFCC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62D3F"/>
                </a:solidFill>
                <a:latin typeface="Circe Bold"/>
              </a:rPr>
              <a:t>8</a:t>
            </a:r>
          </a:p>
        </p:txBody>
      </p:sp>
      <p:sp>
        <p:nvSpPr>
          <p:cNvPr id="240" name="Текст"/>
          <p:cNvSpPr txBox="1"/>
          <p:nvPr/>
        </p:nvSpPr>
        <p:spPr>
          <a:xfrm>
            <a:off x="2148840" y="7031735"/>
            <a:ext cx="60350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700" b="1">
                <a:solidFill>
                  <a:srgbClr val="062D3F"/>
                </a:solidFill>
                <a:latin typeface="Circe Bold"/>
              </a:rPr>
              <a:t>Коэффициент миграционного прироста</a:t>
            </a:r>
          </a:p>
        </p:txBody>
      </p:sp>
      <p:sp>
        <p:nvSpPr>
          <p:cNvPr id="241" name="Текст"/>
          <p:cNvSpPr txBox="1"/>
          <p:nvPr/>
        </p:nvSpPr>
        <p:spPr>
          <a:xfrm>
            <a:off x="8412480" y="7031735"/>
            <a:ext cx="3566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062D3F"/>
                </a:solidFill>
                <a:latin typeface="Circe"/>
              </a:rPr>
              <a:t>на 1000 населения</a:t>
            </a:r>
          </a:p>
        </p:txBody>
      </p:sp>
      <p:sp>
        <p:nvSpPr>
          <p:cNvPr id="242" name="Текст"/>
          <p:cNvSpPr txBox="1"/>
          <p:nvPr/>
        </p:nvSpPr>
        <p:spPr>
          <a:xfrm>
            <a:off x="12252960" y="7031735"/>
            <a:ext cx="5303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062D3F"/>
                </a:solidFill>
                <a:latin typeface="Circe"/>
              </a:rPr>
              <a:t>Факт и целевые показатели стратегии</a:t>
            </a:r>
          </a:p>
        </p:txBody>
      </p:sp>
      <p:sp>
        <p:nvSpPr>
          <p:cNvPr id="243" name="Полоса"/>
          <p:cNvSpPr/>
          <p:nvPr/>
        </p:nvSpPr>
        <p:spPr>
          <a:xfrm>
            <a:off x="1069848" y="7680959"/>
            <a:ext cx="16870680" cy="566928"/>
          </a:xfrm>
          <a:prstGeom prst="roundRect">
            <a:avLst>
              <a:gd name="adj" fmla="val 30000"/>
            </a:avLst>
          </a:prstGeom>
          <a:solidFill>
            <a:srgbClr val="FFF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4" name="Номер 9"/>
          <p:cNvSpPr/>
          <p:nvPr/>
        </p:nvSpPr>
        <p:spPr>
          <a:xfrm>
            <a:off x="1417320" y="7754111"/>
            <a:ext cx="420624" cy="420624"/>
          </a:xfrm>
          <a:prstGeom prst="ellipse">
            <a:avLst/>
          </a:prstGeom>
          <a:solidFill>
            <a:srgbClr val="FFCC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62D3F"/>
                </a:solidFill>
                <a:latin typeface="Circe Bold"/>
              </a:rPr>
              <a:t>9</a:t>
            </a:r>
          </a:p>
        </p:txBody>
      </p:sp>
      <p:sp>
        <p:nvSpPr>
          <p:cNvPr id="245" name="Текст"/>
          <p:cNvSpPr txBox="1"/>
          <p:nvPr/>
        </p:nvSpPr>
        <p:spPr>
          <a:xfrm>
            <a:off x="2148840" y="7653527"/>
            <a:ext cx="60350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700" b="1">
                <a:solidFill>
                  <a:srgbClr val="062D3F"/>
                </a:solidFill>
                <a:latin typeface="Circe Bold"/>
              </a:rPr>
              <a:t>Численность населения по полу и однолетним возрастам</a:t>
            </a:r>
          </a:p>
        </p:txBody>
      </p:sp>
      <p:sp>
        <p:nvSpPr>
          <p:cNvPr id="246" name="Текст"/>
          <p:cNvSpPr txBox="1"/>
          <p:nvPr/>
        </p:nvSpPr>
        <p:spPr>
          <a:xfrm>
            <a:off x="8412480" y="7653527"/>
            <a:ext cx="3566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062D3F"/>
                </a:solidFill>
                <a:latin typeface="Circe"/>
              </a:rPr>
              <a:t>чел.</a:t>
            </a:r>
          </a:p>
        </p:txBody>
      </p:sp>
      <p:sp>
        <p:nvSpPr>
          <p:cNvPr id="247" name="Текст"/>
          <p:cNvSpPr txBox="1"/>
          <p:nvPr/>
        </p:nvSpPr>
        <p:spPr>
          <a:xfrm>
            <a:off x="12252960" y="7653527"/>
            <a:ext cx="5303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062D3F"/>
                </a:solidFill>
                <a:latin typeface="Circe"/>
              </a:rPr>
              <a:t>Половозрастная структура на выбранные годы</a:t>
            </a:r>
          </a:p>
        </p:txBody>
      </p:sp>
      <p:sp>
        <p:nvSpPr>
          <p:cNvPr id="248" name="Номер 10"/>
          <p:cNvSpPr/>
          <p:nvPr/>
        </p:nvSpPr>
        <p:spPr>
          <a:xfrm>
            <a:off x="1417320" y="8375903"/>
            <a:ext cx="420624" cy="420624"/>
          </a:xfrm>
          <a:prstGeom prst="ellipse">
            <a:avLst/>
          </a:prstGeom>
          <a:solidFill>
            <a:srgbClr val="FFCC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62D3F"/>
                </a:solidFill>
                <a:latin typeface="Circe Bold"/>
              </a:rPr>
              <a:t>10</a:t>
            </a:r>
          </a:p>
        </p:txBody>
      </p:sp>
      <p:sp>
        <p:nvSpPr>
          <p:cNvPr id="249" name="Текст"/>
          <p:cNvSpPr txBox="1"/>
          <p:nvPr/>
        </p:nvSpPr>
        <p:spPr>
          <a:xfrm>
            <a:off x="2148840" y="8275319"/>
            <a:ext cx="60350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700" b="1">
                <a:solidFill>
                  <a:srgbClr val="062D3F"/>
                </a:solidFill>
                <a:latin typeface="Circe Bold"/>
              </a:rPr>
              <a:t>Средний возраст населения</a:t>
            </a:r>
          </a:p>
        </p:txBody>
      </p:sp>
      <p:sp>
        <p:nvSpPr>
          <p:cNvPr id="250" name="Текст"/>
          <p:cNvSpPr txBox="1"/>
          <p:nvPr/>
        </p:nvSpPr>
        <p:spPr>
          <a:xfrm>
            <a:off x="8412480" y="8275319"/>
            <a:ext cx="3566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062D3F"/>
                </a:solidFill>
                <a:latin typeface="Circe"/>
              </a:rPr>
              <a:t>лет, всего, мужчины, женщины</a:t>
            </a:r>
          </a:p>
        </p:txBody>
      </p:sp>
      <p:sp>
        <p:nvSpPr>
          <p:cNvPr id="251" name="Текст"/>
          <p:cNvSpPr txBox="1"/>
          <p:nvPr/>
        </p:nvSpPr>
        <p:spPr>
          <a:xfrm>
            <a:off x="12252960" y="8275319"/>
            <a:ext cx="5303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062D3F"/>
                </a:solidFill>
                <a:latin typeface="Circe"/>
              </a:rPr>
              <a:t>Старение населения по годам</a:t>
            </a:r>
          </a:p>
        </p:txBody>
      </p:sp>
      <p:sp>
        <p:nvSpPr>
          <p:cNvPr id="252" name="Полоса"/>
          <p:cNvSpPr/>
          <p:nvPr/>
        </p:nvSpPr>
        <p:spPr>
          <a:xfrm>
            <a:off x="1069848" y="8924543"/>
            <a:ext cx="16870680" cy="566928"/>
          </a:xfrm>
          <a:prstGeom prst="roundRect">
            <a:avLst>
              <a:gd name="adj" fmla="val 30000"/>
            </a:avLst>
          </a:prstGeom>
          <a:solidFill>
            <a:srgbClr val="FFF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3" name="Номер 11"/>
          <p:cNvSpPr/>
          <p:nvPr/>
        </p:nvSpPr>
        <p:spPr>
          <a:xfrm>
            <a:off x="1417320" y="8997695"/>
            <a:ext cx="420624" cy="420624"/>
          </a:xfrm>
          <a:prstGeom prst="ellipse">
            <a:avLst/>
          </a:prstGeom>
          <a:solidFill>
            <a:srgbClr val="FFCC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62D3F"/>
                </a:solidFill>
                <a:latin typeface="Circe Bold"/>
              </a:rPr>
              <a:t>11</a:t>
            </a:r>
          </a:p>
        </p:txBody>
      </p:sp>
      <p:sp>
        <p:nvSpPr>
          <p:cNvPr id="254" name="Текст"/>
          <p:cNvSpPr txBox="1"/>
          <p:nvPr/>
        </p:nvSpPr>
        <p:spPr>
          <a:xfrm>
            <a:off x="2148840" y="8897111"/>
            <a:ext cx="60350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700" b="1">
                <a:solidFill>
                  <a:srgbClr val="062D3F"/>
                </a:solidFill>
                <a:latin typeface="Circe Bold"/>
              </a:rPr>
              <a:t>Демографическая нагрузка</a:t>
            </a:r>
          </a:p>
        </p:txBody>
      </p:sp>
      <p:sp>
        <p:nvSpPr>
          <p:cNvPr id="255" name="Текст"/>
          <p:cNvSpPr txBox="1"/>
          <p:nvPr/>
        </p:nvSpPr>
        <p:spPr>
          <a:xfrm>
            <a:off x="8412480" y="8897111"/>
            <a:ext cx="3566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062D3F"/>
                </a:solidFill>
                <a:latin typeface="Circe"/>
              </a:rPr>
              <a:t>на 1000 трудоспособного населения</a:t>
            </a:r>
          </a:p>
        </p:txBody>
      </p:sp>
      <p:sp>
        <p:nvSpPr>
          <p:cNvPr id="256" name="Текст"/>
          <p:cNvSpPr txBox="1"/>
          <p:nvPr/>
        </p:nvSpPr>
        <p:spPr>
          <a:xfrm>
            <a:off x="12252960" y="8897111"/>
            <a:ext cx="5303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062D3F"/>
                </a:solidFill>
                <a:latin typeface="Circe"/>
              </a:rPr>
              <a:t>Нагрузка пожилыми и детьми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Основной слайд">
  <a:themeElements>
    <a:clrScheme name="ИГП ony">
      <a:dk1>
        <a:sysClr val="windowText" lastClr="000000"/>
      </a:dk1>
      <a:lt1>
        <a:sysClr val="window" lastClr="FFFFFF"/>
      </a:lt1>
      <a:dk2>
        <a:srgbClr val="25253B"/>
      </a:dk2>
      <a:lt2>
        <a:srgbClr val="EDEDED"/>
      </a:lt2>
      <a:accent1>
        <a:srgbClr val="1678E2"/>
      </a:accent1>
      <a:accent2>
        <a:srgbClr val="EDDAC4"/>
      </a:accent2>
      <a:accent3>
        <a:srgbClr val="F13D53"/>
      </a:accent3>
      <a:accent4>
        <a:srgbClr val="FFC000"/>
      </a:accent4>
      <a:accent5>
        <a:srgbClr val="66ABD6"/>
      </a:accent5>
      <a:accent6>
        <a:srgbClr val="DAE856"/>
      </a:accent6>
      <a:hlink>
        <a:srgbClr val="0563C1"/>
      </a:hlink>
      <a:folHlink>
        <a:srgbClr val="954F72"/>
      </a:folHlink>
    </a:clrScheme>
    <a:fontScheme name="Институт Генплана Москвы">
      <a:majorFont>
        <a:latin typeface="Circe Bold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1334</TotalTime>
  <Words>9094</Words>
  <Application>Microsoft Office PowerPoint</Application>
  <PresentationFormat>Произвольный</PresentationFormat>
  <Paragraphs>2467</Paragraphs>
  <Slides>58</Slides>
  <Notes>4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9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58</vt:i4>
      </vt:variant>
    </vt:vector>
  </HeadingPairs>
  <TitlesOfParts>
    <vt:vector size="68" baseType="lpstr">
      <vt:lpstr>Arial</vt:lpstr>
      <vt:lpstr>Arial Black</vt:lpstr>
      <vt:lpstr>Calibri</vt:lpstr>
      <vt:lpstr>Century Gothic</vt:lpstr>
      <vt:lpstr>Circe</vt:lpstr>
      <vt:lpstr>Circe Bold</vt:lpstr>
      <vt:lpstr>Circe Bold (Заголовки)</vt:lpstr>
      <vt:lpstr>Gramatika-Medium</vt:lpstr>
      <vt:lpstr>Wingdings</vt:lpstr>
      <vt:lpstr>Основной слайд</vt:lpstr>
      <vt:lpstr>Комплексная диагностика  социально-экономического состояния сельских территорий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ПОЛОВОЗРАСТНАЯ СТРУКТУРА НАСЕЛЕНИЯ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Субъекты градостроительных отношений</vt:lpstr>
      <vt:lpstr>Виды экономической эффективности</vt:lpstr>
      <vt:lpstr>Экономическое моделирование градостроительных решений</vt:lpstr>
      <vt:lpstr>Экономическое моделирование градостроительных решений</vt:lpstr>
      <vt:lpstr>Порядок планирования сбалансированной градостроительной и экономической политики</vt:lpstr>
      <vt:lpstr>Порядок подготовки заключения об экономической целесообразности реализации мероприятий градостроительного развития</vt:lpstr>
      <vt:lpstr>Порядок сбора, обработки и интерпретации первичных данных, необходимых для оценки удельных затрат на 1 жителя </vt:lpstr>
      <vt:lpstr>Порядок сбора и обработки и интерпретации первичных данных, необходимых для оценки удельных доходов с 1 рабочего места</vt:lpstr>
      <vt:lpstr>Пример расчета удельных показателей затрат и доходов в населенном пункте</vt:lpstr>
      <vt:lpstr>Прогноз бюджетного баланса с учетом принятых градостроительных решений</vt:lpstr>
      <vt:lpstr>Перспективы изменения отраслевой структуры экономики</vt:lpstr>
      <vt:lpstr>Презентация PowerPoint</vt:lpstr>
      <vt:lpstr>Презентация PowerPoint</vt:lpstr>
      <vt:lpstr>Презентация PowerPoint</vt:lpstr>
      <vt:lpstr>Презентация PowerPoint</vt:lpstr>
      <vt:lpstr>ВОЗМОЖНЫЕ ИНСТРУМЕНТЫ БЮДЖЕТНОЙ ПОДДЕРЖКИ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ЗАГОЛОВОК ПРЕЗЕНТАЦИИ</dc:title>
  <dc:creator>Шевцов Александр Александрович</dc:creator>
  <cp:lastModifiedBy>InkXiles</cp:lastModifiedBy>
  <cp:revision>114</cp:revision>
  <cp:lastPrinted>2026-10-05T13:20:42Z</cp:lastPrinted>
  <dcterms:created xsi:type="dcterms:W3CDTF">2022-11-22T08:46:48Z</dcterms:created>
  <dcterms:modified xsi:type="dcterms:W3CDTF">2026-10-12T08:06:42Z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2022-11-22T00:00:00Z</vt:filetime>
  </property>
  <property fmtid="{D5CDD505-2E9C-101B-9397-08002B2CF9AE}" pid="3" name="Creator">
    <vt:lpwstr>Adobe InDesign 17.0 (Windows)</vt:lpwstr>
  </property>
  <property fmtid="{D5CDD505-2E9C-101B-9397-08002B2CF9AE}" pid="4" name="LastSaved">
    <vt:filetime>2022-11-22T00:00:00Z</vt:filetime>
  </property>
  <property fmtid="{D5CDD505-2E9C-101B-9397-08002B2CF9AE}" pid="5" name="Producer">
    <vt:lpwstr>Adobe PDF Library 16.0.3</vt:lpwstr>
  </property>
</Properties>
</file>